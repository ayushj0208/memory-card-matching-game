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60" r:id="rId1"/>
  </p:sldMasterIdLst>
  <p:notesMasterIdLst>
    <p:notesMasterId r:id="rId16"/>
  </p:notesMasterIdLst>
  <p:sldIdLst>
    <p:sldId id="256" r:id="rId2"/>
    <p:sldId id="270" r:id="rId3"/>
    <p:sldId id="257" r:id="rId4"/>
    <p:sldId id="267" r:id="rId5"/>
    <p:sldId id="271" r:id="rId6"/>
    <p:sldId id="258" r:id="rId7"/>
    <p:sldId id="259" r:id="rId8"/>
    <p:sldId id="260" r:id="rId9"/>
    <p:sldId id="261" r:id="rId10"/>
    <p:sldId id="262" r:id="rId11"/>
    <p:sldId id="263" r:id="rId12"/>
    <p:sldId id="264" r:id="rId13"/>
    <p:sldId id="265" r:id="rId14"/>
    <p:sldId id="269" r:id="rId15"/>
  </p:sldIdLst>
  <p:sldSz cx="14630400" cy="8229600"/>
  <p:notesSz cx="8229600" cy="14630400"/>
  <p:embeddedFontLst>
    <p:embeddedFont>
      <p:font typeface="Bitter Medium" panose="020B0604020202020204" charset="0"/>
      <p:regular r:id="rId17"/>
    </p:embeddedFont>
    <p:embeddedFont>
      <p:font typeface="Book Antiqua" panose="02040602050305030304" pitchFamily="18" charset="0"/>
      <p:regular r:id="rId18"/>
      <p:bold r:id="rId19"/>
      <p:italic r:id="rId20"/>
      <p:boldItalic r:id="rId21"/>
    </p:embeddedFont>
    <p:embeddedFont>
      <p:font typeface="Century Gothic" panose="020B0502020202020204" pitchFamily="34" charset="0"/>
      <p:regular r:id="rId22"/>
      <p:bold r:id="rId23"/>
      <p:italic r:id="rId24"/>
      <p:boldItalic r:id="rId25"/>
    </p:embeddedFont>
    <p:embeddedFont>
      <p:font typeface="Fraunces Extra Bold" panose="020B0604020202020204" charset="0"/>
      <p:regular r:id="rId26"/>
    </p:embeddedFont>
    <p:embeddedFont>
      <p:font typeface="Garamond" panose="02020404030301010803" pitchFamily="18" charset="0"/>
      <p:regular r:id="rId27"/>
      <p:bold r:id="rId28"/>
      <p:italic r:id="rId29"/>
    </p:embeddedFont>
    <p:embeddedFont>
      <p:font typeface="Nobile" panose="020B0604020202020204" charset="0"/>
      <p:regular r:id="rId30"/>
    </p:embeddedFont>
    <p:embeddedFont>
      <p:font typeface="Open Sans" panose="020B0606030504020204" pitchFamily="34" charset="0"/>
      <p:regular r:id="rId31"/>
      <p:bold r:id="rId32"/>
      <p:italic r:id="rId33"/>
      <p:boldItalic r:id="rId34"/>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46B20"/>
    <a:srgbClr val="B9B8B8"/>
    <a:srgbClr val="405449"/>
    <a:srgbClr val="E3DED1"/>
    <a:srgbClr val="4F724A"/>
    <a:srgbClr val="FCE2C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3400070-B617-403C-84BF-18F73A204D8E}" v="46" dt="2024-12-16T20:53:35.11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9" d="100"/>
          <a:sy n="69" d="100"/>
        </p:scale>
        <p:origin x="677"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font" Target="fonts/font10.fntdata"/><Relationship Id="rId39" Type="http://schemas.microsoft.com/office/2016/11/relationships/changesInfo" Target="changesInfos/changesInfo1.xml"/><Relationship Id="rId21" Type="http://schemas.openxmlformats.org/officeDocument/2006/relationships/font" Target="fonts/font5.fntdata"/><Relationship Id="rId34" Type="http://schemas.openxmlformats.org/officeDocument/2006/relationships/font" Target="fonts/font1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33" Type="http://schemas.openxmlformats.org/officeDocument/2006/relationships/font" Target="fonts/font17.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29" Type="http://schemas.openxmlformats.org/officeDocument/2006/relationships/font" Target="fonts/font1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32" Type="http://schemas.openxmlformats.org/officeDocument/2006/relationships/font" Target="fonts/font16.fntdata"/><Relationship Id="rId37" Type="http://schemas.openxmlformats.org/officeDocument/2006/relationships/theme" Target="theme/theme1.xml"/><Relationship Id="rId40"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font" Target="fonts/font12.fntdata"/><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3.fntdata"/><Relationship Id="rId31" Type="http://schemas.openxmlformats.org/officeDocument/2006/relationships/font" Target="fonts/font1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font" Target="fonts/font11.fntdata"/><Relationship Id="rId30" Type="http://schemas.openxmlformats.org/officeDocument/2006/relationships/font" Target="fonts/font14.fntdata"/><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haraneedhar Reddy Nimma" userId="206a2da4cd660ec1" providerId="LiveId" clId="{B3400070-B617-403C-84BF-18F73A204D8E}"/>
    <pc:docChg chg="undo custSel modSld sldOrd">
      <pc:chgData name="Dharaneedhar Reddy Nimma" userId="206a2da4cd660ec1" providerId="LiveId" clId="{B3400070-B617-403C-84BF-18F73A204D8E}" dt="2024-12-16T20:49:27.289" v="590" actId="1076"/>
      <pc:docMkLst>
        <pc:docMk/>
      </pc:docMkLst>
      <pc:sldChg chg="addSp delSp modSp mod ord">
        <pc:chgData name="Dharaneedhar Reddy Nimma" userId="206a2da4cd660ec1" providerId="LiveId" clId="{B3400070-B617-403C-84BF-18F73A204D8E}" dt="2024-12-16T18:16:36.422" v="488" actId="20577"/>
        <pc:sldMkLst>
          <pc:docMk/>
          <pc:sldMk cId="0" sldId="256"/>
        </pc:sldMkLst>
        <pc:spChg chg="add mod">
          <ac:chgData name="Dharaneedhar Reddy Nimma" userId="206a2da4cd660ec1" providerId="LiveId" clId="{B3400070-B617-403C-84BF-18F73A204D8E}" dt="2024-12-16T18:16:36.422" v="488" actId="20577"/>
          <ac:spMkLst>
            <pc:docMk/>
            <pc:sldMk cId="0" sldId="256"/>
            <ac:spMk id="2" creationId="{4C21E73D-34B1-C71A-C5AE-9D0815A5BAE8}"/>
          </ac:spMkLst>
        </pc:spChg>
        <pc:spChg chg="mod">
          <ac:chgData name="Dharaneedhar Reddy Nimma" userId="206a2da4cd660ec1" providerId="LiveId" clId="{B3400070-B617-403C-84BF-18F73A204D8E}" dt="2024-12-16T18:12:54.942" v="473" actId="14100"/>
          <ac:spMkLst>
            <pc:docMk/>
            <pc:sldMk cId="0" sldId="256"/>
            <ac:spMk id="3" creationId="{00000000-0000-0000-0000-000000000000}"/>
          </ac:spMkLst>
        </pc:spChg>
        <pc:spChg chg="mod">
          <ac:chgData name="Dharaneedhar Reddy Nimma" userId="206a2da4cd660ec1" providerId="LiveId" clId="{B3400070-B617-403C-84BF-18F73A204D8E}" dt="2024-12-16T18:13:19.092" v="475" actId="1076"/>
          <ac:spMkLst>
            <pc:docMk/>
            <pc:sldMk cId="0" sldId="256"/>
            <ac:spMk id="4" creationId="{00000000-0000-0000-0000-000000000000}"/>
          </ac:spMkLst>
        </pc:spChg>
        <pc:picChg chg="del mod">
          <ac:chgData name="Dharaneedhar Reddy Nimma" userId="206a2da4cd660ec1" providerId="LiveId" clId="{B3400070-B617-403C-84BF-18F73A204D8E}" dt="2024-12-16T17:08:05.155" v="34" actId="478"/>
          <ac:picMkLst>
            <pc:docMk/>
            <pc:sldMk cId="0" sldId="256"/>
            <ac:picMk id="2" creationId="{00000000-0000-0000-0000-000000000000}"/>
          </ac:picMkLst>
        </pc:picChg>
        <pc:picChg chg="add mod">
          <ac:chgData name="Dharaneedhar Reddy Nimma" userId="206a2da4cd660ec1" providerId="LiveId" clId="{B3400070-B617-403C-84BF-18F73A204D8E}" dt="2024-12-16T17:10:28.611" v="43" actId="1076"/>
          <ac:picMkLst>
            <pc:docMk/>
            <pc:sldMk cId="0" sldId="256"/>
            <ac:picMk id="6" creationId="{BFBF31B5-C62C-7460-DD46-AF6D7682ED80}"/>
          </ac:picMkLst>
        </pc:picChg>
      </pc:sldChg>
      <pc:sldChg chg="addSp delSp modSp mod ord">
        <pc:chgData name="Dharaneedhar Reddy Nimma" userId="206a2da4cd660ec1" providerId="LiveId" clId="{B3400070-B617-403C-84BF-18F73A204D8E}" dt="2024-12-16T20:49:27.289" v="590" actId="1076"/>
        <pc:sldMkLst>
          <pc:docMk/>
          <pc:sldMk cId="0" sldId="257"/>
        </pc:sldMkLst>
        <pc:spChg chg="mod">
          <ac:chgData name="Dharaneedhar Reddy Nimma" userId="206a2da4cd660ec1" providerId="LiveId" clId="{B3400070-B617-403C-84BF-18F73A204D8E}" dt="2024-12-16T20:34:58.761" v="513" actId="14100"/>
          <ac:spMkLst>
            <pc:docMk/>
            <pc:sldMk cId="0" sldId="257"/>
            <ac:spMk id="15" creationId="{00000000-0000-0000-0000-000000000000}"/>
          </ac:spMkLst>
        </pc:spChg>
        <pc:spChg chg="add mod">
          <ac:chgData name="Dharaneedhar Reddy Nimma" userId="206a2da4cd660ec1" providerId="LiveId" clId="{B3400070-B617-403C-84BF-18F73A204D8E}" dt="2024-12-16T20:34:58.761" v="513" actId="14100"/>
          <ac:spMkLst>
            <pc:docMk/>
            <pc:sldMk cId="0" sldId="257"/>
            <ac:spMk id="22" creationId="{763D5CB6-73F7-8469-9D14-645EB7D8AAC0}"/>
          </ac:spMkLst>
        </pc:spChg>
        <pc:spChg chg="add mod">
          <ac:chgData name="Dharaneedhar Reddy Nimma" userId="206a2da4cd660ec1" providerId="LiveId" clId="{B3400070-B617-403C-84BF-18F73A204D8E}" dt="2024-12-16T20:35:00.119" v="514"/>
          <ac:spMkLst>
            <pc:docMk/>
            <pc:sldMk cId="0" sldId="257"/>
            <ac:spMk id="23" creationId="{573913DD-4563-0FA2-B644-5B486F23701B}"/>
          </ac:spMkLst>
        </pc:spChg>
        <pc:spChg chg="add mod">
          <ac:chgData name="Dharaneedhar Reddy Nimma" userId="206a2da4cd660ec1" providerId="LiveId" clId="{B3400070-B617-403C-84BF-18F73A204D8E}" dt="2024-12-16T20:35:22.510" v="517"/>
          <ac:spMkLst>
            <pc:docMk/>
            <pc:sldMk cId="0" sldId="257"/>
            <ac:spMk id="24" creationId="{DB29650A-1410-275F-45A1-25BBB684C2B1}"/>
          </ac:spMkLst>
        </pc:spChg>
        <pc:spChg chg="add mod">
          <ac:chgData name="Dharaneedhar Reddy Nimma" userId="206a2da4cd660ec1" providerId="LiveId" clId="{B3400070-B617-403C-84BF-18F73A204D8E}" dt="2024-12-16T20:35:34.511" v="519"/>
          <ac:spMkLst>
            <pc:docMk/>
            <pc:sldMk cId="0" sldId="257"/>
            <ac:spMk id="25" creationId="{B24B43DF-3D6B-50F8-EBD5-B0402EB277DA}"/>
          </ac:spMkLst>
        </pc:spChg>
        <pc:picChg chg="del mod">
          <ac:chgData name="Dharaneedhar Reddy Nimma" userId="206a2da4cd660ec1" providerId="LiveId" clId="{B3400070-B617-403C-84BF-18F73A204D8E}" dt="2024-12-16T17:15:42.490" v="44" actId="478"/>
          <ac:picMkLst>
            <pc:docMk/>
            <pc:sldMk cId="0" sldId="257"/>
            <ac:picMk id="2" creationId="{00000000-0000-0000-0000-000000000000}"/>
          </ac:picMkLst>
        </pc:picChg>
        <pc:picChg chg="add del mod">
          <ac:chgData name="Dharaneedhar Reddy Nimma" userId="206a2da4cd660ec1" providerId="LiveId" clId="{B3400070-B617-403C-84BF-18F73A204D8E}" dt="2024-12-16T20:31:10.190" v="495" actId="478"/>
          <ac:picMkLst>
            <pc:docMk/>
            <pc:sldMk cId="0" sldId="257"/>
            <ac:picMk id="2" creationId="{BE9F27F7-CF21-0938-4F25-45A14A057F0B}"/>
          </ac:picMkLst>
        </pc:picChg>
        <pc:picChg chg="del">
          <ac:chgData name="Dharaneedhar Reddy Nimma" userId="206a2da4cd660ec1" providerId="LiveId" clId="{B3400070-B617-403C-84BF-18F73A204D8E}" dt="2024-12-16T20:29:01.087" v="491" actId="478"/>
          <ac:picMkLst>
            <pc:docMk/>
            <pc:sldMk cId="0" sldId="257"/>
            <ac:picMk id="18" creationId="{4790CB78-A00E-A9DD-9B5E-92E8F1DECDCC}"/>
          </ac:picMkLst>
        </pc:picChg>
        <pc:picChg chg="add del mod">
          <ac:chgData name="Dharaneedhar Reddy Nimma" userId="206a2da4cd660ec1" providerId="LiveId" clId="{B3400070-B617-403C-84BF-18F73A204D8E}" dt="2024-12-16T17:16:42.113" v="57" actId="478"/>
          <ac:picMkLst>
            <pc:docMk/>
            <pc:sldMk cId="0" sldId="257"/>
            <ac:picMk id="19" creationId="{82F13DD6-6B97-B1C4-C108-118809310D28}"/>
          </ac:picMkLst>
        </pc:picChg>
        <pc:picChg chg="add del mod">
          <ac:chgData name="Dharaneedhar Reddy Nimma" userId="206a2da4cd660ec1" providerId="LiveId" clId="{B3400070-B617-403C-84BF-18F73A204D8E}" dt="2024-12-16T20:32:59.313" v="504" actId="478"/>
          <ac:picMkLst>
            <pc:docMk/>
            <pc:sldMk cId="0" sldId="257"/>
            <ac:picMk id="19" creationId="{CA72AB14-CAFC-9D96-BDB5-AA0DDC1E6B3D}"/>
          </ac:picMkLst>
        </pc:picChg>
        <pc:picChg chg="add del mod">
          <ac:chgData name="Dharaneedhar Reddy Nimma" userId="206a2da4cd660ec1" providerId="LiveId" clId="{B3400070-B617-403C-84BF-18F73A204D8E}" dt="2024-12-16T17:19:10.825" v="73" actId="21"/>
          <ac:picMkLst>
            <pc:docMk/>
            <pc:sldMk cId="0" sldId="257"/>
            <ac:picMk id="21" creationId="{1AA2DB97-7B8F-FE26-FD8C-D2D90DA44C33}"/>
          </ac:picMkLst>
        </pc:picChg>
        <pc:picChg chg="add del mod">
          <ac:chgData name="Dharaneedhar Reddy Nimma" userId="206a2da4cd660ec1" providerId="LiveId" clId="{B3400070-B617-403C-84BF-18F73A204D8E}" dt="2024-12-16T20:35:03.974" v="515" actId="478"/>
          <ac:picMkLst>
            <pc:docMk/>
            <pc:sldMk cId="0" sldId="257"/>
            <ac:picMk id="21" creationId="{478E35A8-34D2-3C4D-8473-E313AD1EC98F}"/>
          </ac:picMkLst>
        </pc:picChg>
        <pc:picChg chg="add del mod">
          <ac:chgData name="Dharaneedhar Reddy Nimma" userId="206a2da4cd660ec1" providerId="LiveId" clId="{B3400070-B617-403C-84BF-18F73A204D8E}" dt="2024-12-16T17:19:16.199" v="75" actId="478"/>
          <ac:picMkLst>
            <pc:docMk/>
            <pc:sldMk cId="0" sldId="257"/>
            <ac:picMk id="22" creationId="{1AA2DB97-7B8F-FE26-FD8C-D2D90DA44C33}"/>
          </ac:picMkLst>
        </pc:picChg>
        <pc:picChg chg="add del mod">
          <ac:chgData name="Dharaneedhar Reddy Nimma" userId="206a2da4cd660ec1" providerId="LiveId" clId="{B3400070-B617-403C-84BF-18F73A204D8E}" dt="2024-12-16T17:20:18.979" v="83" actId="478"/>
          <ac:picMkLst>
            <pc:docMk/>
            <pc:sldMk cId="0" sldId="257"/>
            <ac:picMk id="24" creationId="{F9C9DBE8-D66D-C38A-34AD-B2F15BA63BDC}"/>
          </ac:picMkLst>
        </pc:picChg>
        <pc:picChg chg="add mod">
          <ac:chgData name="Dharaneedhar Reddy Nimma" userId="206a2da4cd660ec1" providerId="LiveId" clId="{B3400070-B617-403C-84BF-18F73A204D8E}" dt="2024-12-16T17:21:18.173" v="95" actId="1076"/>
          <ac:picMkLst>
            <pc:docMk/>
            <pc:sldMk cId="0" sldId="257"/>
            <ac:picMk id="26" creationId="{1A9F473A-2714-615A-303E-1E0D5213AC4F}"/>
          </ac:picMkLst>
        </pc:picChg>
        <pc:picChg chg="add del mod">
          <ac:chgData name="Dharaneedhar Reddy Nimma" userId="206a2da4cd660ec1" providerId="LiveId" clId="{B3400070-B617-403C-84BF-18F73A204D8E}" dt="2024-12-16T20:37:55.896" v="529" actId="478"/>
          <ac:picMkLst>
            <pc:docMk/>
            <pc:sldMk cId="0" sldId="257"/>
            <ac:picMk id="28" creationId="{6B5445DB-DC0C-AA87-4C49-3E59FB754A36}"/>
          </ac:picMkLst>
        </pc:picChg>
        <pc:picChg chg="add del mod">
          <ac:chgData name="Dharaneedhar Reddy Nimma" userId="206a2da4cd660ec1" providerId="LiveId" clId="{B3400070-B617-403C-84BF-18F73A204D8E}" dt="2024-12-16T20:44:20.191" v="557" actId="478"/>
          <ac:picMkLst>
            <pc:docMk/>
            <pc:sldMk cId="0" sldId="257"/>
            <ac:picMk id="30" creationId="{D05F5306-7F3E-A469-7C04-85E55952156D}"/>
          </ac:picMkLst>
        </pc:picChg>
        <pc:picChg chg="add del mod">
          <ac:chgData name="Dharaneedhar Reddy Nimma" userId="206a2da4cd660ec1" providerId="LiveId" clId="{B3400070-B617-403C-84BF-18F73A204D8E}" dt="2024-12-16T20:44:22.811" v="558" actId="478"/>
          <ac:picMkLst>
            <pc:docMk/>
            <pc:sldMk cId="0" sldId="257"/>
            <ac:picMk id="32" creationId="{80AF0B53-DBF9-4BE7-1666-C2B320747A26}"/>
          </ac:picMkLst>
        </pc:picChg>
        <pc:picChg chg="add del mod">
          <ac:chgData name="Dharaneedhar Reddy Nimma" userId="206a2da4cd660ec1" providerId="LiveId" clId="{B3400070-B617-403C-84BF-18F73A204D8E}" dt="2024-12-16T20:44:24.898" v="559" actId="478"/>
          <ac:picMkLst>
            <pc:docMk/>
            <pc:sldMk cId="0" sldId="257"/>
            <ac:picMk id="34" creationId="{143F2A35-DA2F-93DA-1403-8EDA6FFD586D}"/>
          </ac:picMkLst>
        </pc:picChg>
        <pc:picChg chg="add del mod">
          <ac:chgData name="Dharaneedhar Reddy Nimma" userId="206a2da4cd660ec1" providerId="LiveId" clId="{B3400070-B617-403C-84BF-18F73A204D8E}" dt="2024-12-16T20:44:30.866" v="561" actId="478"/>
          <ac:picMkLst>
            <pc:docMk/>
            <pc:sldMk cId="0" sldId="257"/>
            <ac:picMk id="36" creationId="{F87955D8-4BFE-BACE-F9BB-7D395E1951BF}"/>
          </ac:picMkLst>
        </pc:picChg>
        <pc:picChg chg="add del mod">
          <ac:chgData name="Dharaneedhar Reddy Nimma" userId="206a2da4cd660ec1" providerId="LiveId" clId="{B3400070-B617-403C-84BF-18F73A204D8E}" dt="2024-12-16T20:46:17.961" v="574" actId="478"/>
          <ac:picMkLst>
            <pc:docMk/>
            <pc:sldMk cId="0" sldId="257"/>
            <ac:picMk id="38" creationId="{562B7FEE-677F-3ACE-90E1-693B96AF6E71}"/>
          </ac:picMkLst>
        </pc:picChg>
        <pc:picChg chg="add del mod">
          <ac:chgData name="Dharaneedhar Reddy Nimma" userId="206a2da4cd660ec1" providerId="LiveId" clId="{B3400070-B617-403C-84BF-18F73A204D8E}" dt="2024-12-16T20:45:33.531" v="569" actId="478"/>
          <ac:picMkLst>
            <pc:docMk/>
            <pc:sldMk cId="0" sldId="257"/>
            <ac:picMk id="40" creationId="{D41996AA-BBEF-6D8A-8F4D-FDE2B72A4A3B}"/>
          </ac:picMkLst>
        </pc:picChg>
        <pc:picChg chg="add del mod">
          <ac:chgData name="Dharaneedhar Reddy Nimma" userId="206a2da4cd660ec1" providerId="LiveId" clId="{B3400070-B617-403C-84BF-18F73A204D8E}" dt="2024-12-16T20:49:18.864" v="589" actId="478"/>
          <ac:picMkLst>
            <pc:docMk/>
            <pc:sldMk cId="0" sldId="257"/>
            <ac:picMk id="42" creationId="{DF4F0A9B-DDAF-6995-AA73-82A4682D7737}"/>
          </ac:picMkLst>
        </pc:picChg>
        <pc:picChg chg="add del mod">
          <ac:chgData name="Dharaneedhar Reddy Nimma" userId="206a2da4cd660ec1" providerId="LiveId" clId="{B3400070-B617-403C-84BF-18F73A204D8E}" dt="2024-12-16T20:49:16.672" v="588" actId="478"/>
          <ac:picMkLst>
            <pc:docMk/>
            <pc:sldMk cId="0" sldId="257"/>
            <ac:picMk id="44" creationId="{EE68C74A-D4A2-C4AB-1A6F-95C3C1FCA944}"/>
          </ac:picMkLst>
        </pc:picChg>
        <pc:picChg chg="add mod">
          <ac:chgData name="Dharaneedhar Reddy Nimma" userId="206a2da4cd660ec1" providerId="LiveId" clId="{B3400070-B617-403C-84BF-18F73A204D8E}" dt="2024-12-16T20:49:27.289" v="590" actId="1076"/>
          <ac:picMkLst>
            <pc:docMk/>
            <pc:sldMk cId="0" sldId="257"/>
            <ac:picMk id="46" creationId="{32ED548F-8693-7B1F-E697-F2C6891AA854}"/>
          </ac:picMkLst>
        </pc:picChg>
      </pc:sldChg>
      <pc:sldChg chg="delSp modSp mod">
        <pc:chgData name="Dharaneedhar Reddy Nimma" userId="206a2da4cd660ec1" providerId="LiveId" clId="{B3400070-B617-403C-84BF-18F73A204D8E}" dt="2024-12-16T17:46:30.490" v="191" actId="1076"/>
        <pc:sldMkLst>
          <pc:docMk/>
          <pc:sldMk cId="0" sldId="258"/>
        </pc:sldMkLst>
        <pc:spChg chg="mod">
          <ac:chgData name="Dharaneedhar Reddy Nimma" userId="206a2da4cd660ec1" providerId="LiveId" clId="{B3400070-B617-403C-84BF-18F73A204D8E}" dt="2024-12-16T17:37:28.570" v="178" actId="14100"/>
          <ac:spMkLst>
            <pc:docMk/>
            <pc:sldMk cId="0" sldId="258"/>
            <ac:spMk id="5" creationId="{00000000-0000-0000-0000-000000000000}"/>
          </ac:spMkLst>
        </pc:spChg>
        <pc:spChg chg="mod">
          <ac:chgData name="Dharaneedhar Reddy Nimma" userId="206a2da4cd660ec1" providerId="LiveId" clId="{B3400070-B617-403C-84BF-18F73A204D8E}" dt="2024-12-16T17:37:20.822" v="176" actId="14100"/>
          <ac:spMkLst>
            <pc:docMk/>
            <pc:sldMk cId="0" sldId="258"/>
            <ac:spMk id="6" creationId="{00000000-0000-0000-0000-000000000000}"/>
          </ac:spMkLst>
        </pc:spChg>
        <pc:spChg chg="mod">
          <ac:chgData name="Dharaneedhar Reddy Nimma" userId="206a2da4cd660ec1" providerId="LiveId" clId="{B3400070-B617-403C-84BF-18F73A204D8E}" dt="2024-12-16T17:36:00.853" v="159" actId="1076"/>
          <ac:spMkLst>
            <pc:docMk/>
            <pc:sldMk cId="0" sldId="258"/>
            <ac:spMk id="7" creationId="{00000000-0000-0000-0000-000000000000}"/>
          </ac:spMkLst>
        </pc:spChg>
        <pc:spChg chg="mod">
          <ac:chgData name="Dharaneedhar Reddy Nimma" userId="206a2da4cd660ec1" providerId="LiveId" clId="{B3400070-B617-403C-84BF-18F73A204D8E}" dt="2024-12-16T17:37:09.724" v="174" actId="14100"/>
          <ac:spMkLst>
            <pc:docMk/>
            <pc:sldMk cId="0" sldId="258"/>
            <ac:spMk id="10" creationId="{00000000-0000-0000-0000-000000000000}"/>
          </ac:spMkLst>
        </pc:spChg>
        <pc:spChg chg="mod">
          <ac:chgData name="Dharaneedhar Reddy Nimma" userId="206a2da4cd660ec1" providerId="LiveId" clId="{B3400070-B617-403C-84BF-18F73A204D8E}" dt="2024-12-16T17:38:20.861" v="181" actId="1076"/>
          <ac:spMkLst>
            <pc:docMk/>
            <pc:sldMk cId="0" sldId="258"/>
            <ac:spMk id="11" creationId="{00000000-0000-0000-0000-000000000000}"/>
          </ac:spMkLst>
        </pc:spChg>
        <pc:spChg chg="mod">
          <ac:chgData name="Dharaneedhar Reddy Nimma" userId="206a2da4cd660ec1" providerId="LiveId" clId="{B3400070-B617-403C-84BF-18F73A204D8E}" dt="2024-12-16T17:36:06.960" v="160" actId="1076"/>
          <ac:spMkLst>
            <pc:docMk/>
            <pc:sldMk cId="0" sldId="258"/>
            <ac:spMk id="12" creationId="{00000000-0000-0000-0000-000000000000}"/>
          </ac:spMkLst>
        </pc:spChg>
        <pc:spChg chg="mod">
          <ac:chgData name="Dharaneedhar Reddy Nimma" userId="206a2da4cd660ec1" providerId="LiveId" clId="{B3400070-B617-403C-84BF-18F73A204D8E}" dt="2024-12-16T17:38:43.345" v="183" actId="1076"/>
          <ac:spMkLst>
            <pc:docMk/>
            <pc:sldMk cId="0" sldId="258"/>
            <ac:spMk id="15" creationId="{00000000-0000-0000-0000-000000000000}"/>
          </ac:spMkLst>
        </pc:spChg>
        <pc:spChg chg="mod">
          <ac:chgData name="Dharaneedhar Reddy Nimma" userId="206a2da4cd660ec1" providerId="LiveId" clId="{B3400070-B617-403C-84BF-18F73A204D8E}" dt="2024-12-16T17:39:34.751" v="187" actId="1076"/>
          <ac:spMkLst>
            <pc:docMk/>
            <pc:sldMk cId="0" sldId="258"/>
            <ac:spMk id="16" creationId="{00000000-0000-0000-0000-000000000000}"/>
          </ac:spMkLst>
        </pc:spChg>
        <pc:spChg chg="mod">
          <ac:chgData name="Dharaneedhar Reddy Nimma" userId="206a2da4cd660ec1" providerId="LiveId" clId="{B3400070-B617-403C-84BF-18F73A204D8E}" dt="2024-12-16T17:36:12.845" v="161" actId="1076"/>
          <ac:spMkLst>
            <pc:docMk/>
            <pc:sldMk cId="0" sldId="258"/>
            <ac:spMk id="17" creationId="{00000000-0000-0000-0000-000000000000}"/>
          </ac:spMkLst>
        </pc:spChg>
        <pc:spChg chg="mod">
          <ac:chgData name="Dharaneedhar Reddy Nimma" userId="206a2da4cd660ec1" providerId="LiveId" clId="{B3400070-B617-403C-84BF-18F73A204D8E}" dt="2024-12-16T17:46:16.886" v="190" actId="1076"/>
          <ac:spMkLst>
            <pc:docMk/>
            <pc:sldMk cId="0" sldId="258"/>
            <ac:spMk id="19" creationId="{00000000-0000-0000-0000-000000000000}"/>
          </ac:spMkLst>
        </pc:spChg>
        <pc:spChg chg="mod">
          <ac:chgData name="Dharaneedhar Reddy Nimma" userId="206a2da4cd660ec1" providerId="LiveId" clId="{B3400070-B617-403C-84BF-18F73A204D8E}" dt="2024-12-16T17:38:33.240" v="182" actId="1076"/>
          <ac:spMkLst>
            <pc:docMk/>
            <pc:sldMk cId="0" sldId="258"/>
            <ac:spMk id="20" creationId="{00000000-0000-0000-0000-000000000000}"/>
          </ac:spMkLst>
        </pc:spChg>
        <pc:spChg chg="mod">
          <ac:chgData name="Dharaneedhar Reddy Nimma" userId="206a2da4cd660ec1" providerId="LiveId" clId="{B3400070-B617-403C-84BF-18F73A204D8E}" dt="2024-12-16T17:39:26.584" v="186" actId="1076"/>
          <ac:spMkLst>
            <pc:docMk/>
            <pc:sldMk cId="0" sldId="258"/>
            <ac:spMk id="21" creationId="{00000000-0000-0000-0000-000000000000}"/>
          </ac:spMkLst>
        </pc:spChg>
        <pc:spChg chg="mod">
          <ac:chgData name="Dharaneedhar Reddy Nimma" userId="206a2da4cd660ec1" providerId="LiveId" clId="{B3400070-B617-403C-84BF-18F73A204D8E}" dt="2024-12-16T17:36:18.006" v="162" actId="1076"/>
          <ac:spMkLst>
            <pc:docMk/>
            <pc:sldMk cId="0" sldId="258"/>
            <ac:spMk id="22" creationId="{00000000-0000-0000-0000-000000000000}"/>
          </ac:spMkLst>
        </pc:spChg>
        <pc:spChg chg="del">
          <ac:chgData name="Dharaneedhar Reddy Nimma" userId="206a2da4cd660ec1" providerId="LiveId" clId="{B3400070-B617-403C-84BF-18F73A204D8E}" dt="2024-12-16T17:35:17.972" v="151" actId="478"/>
          <ac:spMkLst>
            <pc:docMk/>
            <pc:sldMk cId="0" sldId="258"/>
            <ac:spMk id="24" creationId="{00000000-0000-0000-0000-000000000000}"/>
          </ac:spMkLst>
        </pc:spChg>
        <pc:spChg chg="mod">
          <ac:chgData name="Dharaneedhar Reddy Nimma" userId="206a2da4cd660ec1" providerId="LiveId" clId="{B3400070-B617-403C-84BF-18F73A204D8E}" dt="2024-12-16T17:35:14.263" v="150" actId="20577"/>
          <ac:spMkLst>
            <pc:docMk/>
            <pc:sldMk cId="0" sldId="258"/>
            <ac:spMk id="25" creationId="{00000000-0000-0000-0000-000000000000}"/>
          </ac:spMkLst>
        </pc:spChg>
        <pc:spChg chg="del mod">
          <ac:chgData name="Dharaneedhar Reddy Nimma" userId="206a2da4cd660ec1" providerId="LiveId" clId="{B3400070-B617-403C-84BF-18F73A204D8E}" dt="2024-12-16T17:35:05.757" v="140" actId="478"/>
          <ac:spMkLst>
            <pc:docMk/>
            <pc:sldMk cId="0" sldId="258"/>
            <ac:spMk id="26" creationId="{00000000-0000-0000-0000-000000000000}"/>
          </ac:spMkLst>
        </pc:spChg>
        <pc:spChg chg="mod">
          <ac:chgData name="Dharaneedhar Reddy Nimma" userId="206a2da4cd660ec1" providerId="LiveId" clId="{B3400070-B617-403C-84BF-18F73A204D8E}" dt="2024-12-16T17:46:01.523" v="188" actId="20577"/>
          <ac:spMkLst>
            <pc:docMk/>
            <pc:sldMk cId="0" sldId="258"/>
            <ac:spMk id="27" creationId="{00000000-0000-0000-0000-000000000000}"/>
          </ac:spMkLst>
        </pc:spChg>
        <pc:picChg chg="mod">
          <ac:chgData name="Dharaneedhar Reddy Nimma" userId="206a2da4cd660ec1" providerId="LiveId" clId="{B3400070-B617-403C-84BF-18F73A204D8E}" dt="2024-12-16T17:46:30.490" v="191" actId="1076"/>
          <ac:picMkLst>
            <pc:docMk/>
            <pc:sldMk cId="0" sldId="258"/>
            <ac:picMk id="3" creationId="{00000000-0000-0000-0000-000000000000}"/>
          </ac:picMkLst>
        </pc:picChg>
        <pc:picChg chg="mod">
          <ac:chgData name="Dharaneedhar Reddy Nimma" userId="206a2da4cd660ec1" providerId="LiveId" clId="{B3400070-B617-403C-84BF-18F73A204D8E}" dt="2024-12-16T17:35:49.385" v="157" actId="1076"/>
          <ac:picMkLst>
            <pc:docMk/>
            <pc:sldMk cId="0" sldId="258"/>
            <ac:picMk id="8" creationId="{00000000-0000-0000-0000-000000000000}"/>
          </ac:picMkLst>
        </pc:picChg>
        <pc:picChg chg="mod">
          <ac:chgData name="Dharaneedhar Reddy Nimma" userId="206a2da4cd660ec1" providerId="LiveId" clId="{B3400070-B617-403C-84BF-18F73A204D8E}" dt="2024-12-16T17:35:46.213" v="156" actId="1076"/>
          <ac:picMkLst>
            <pc:docMk/>
            <pc:sldMk cId="0" sldId="258"/>
            <ac:picMk id="13" creationId="{00000000-0000-0000-0000-000000000000}"/>
          </ac:picMkLst>
        </pc:picChg>
        <pc:picChg chg="mod">
          <ac:chgData name="Dharaneedhar Reddy Nimma" userId="206a2da4cd660ec1" providerId="LiveId" clId="{B3400070-B617-403C-84BF-18F73A204D8E}" dt="2024-12-16T17:46:08.903" v="189" actId="1076"/>
          <ac:picMkLst>
            <pc:docMk/>
            <pc:sldMk cId="0" sldId="258"/>
            <ac:picMk id="18" creationId="{00000000-0000-0000-0000-000000000000}"/>
          </ac:picMkLst>
        </pc:picChg>
        <pc:picChg chg="del">
          <ac:chgData name="Dharaneedhar Reddy Nimma" userId="206a2da4cd660ec1" providerId="LiveId" clId="{B3400070-B617-403C-84BF-18F73A204D8E}" dt="2024-12-16T17:34:59.313" v="138" actId="478"/>
          <ac:picMkLst>
            <pc:docMk/>
            <pc:sldMk cId="0" sldId="258"/>
            <ac:picMk id="23" creationId="{00000000-0000-0000-0000-000000000000}"/>
          </ac:picMkLst>
        </pc:picChg>
      </pc:sldChg>
      <pc:sldChg chg="delSp modSp mod">
        <pc:chgData name="Dharaneedhar Reddy Nimma" userId="206a2da4cd660ec1" providerId="LiveId" clId="{B3400070-B617-403C-84BF-18F73A204D8E}" dt="2024-12-16T16:56:49.017" v="22" actId="1076"/>
        <pc:sldMkLst>
          <pc:docMk/>
          <pc:sldMk cId="0" sldId="260"/>
        </pc:sldMkLst>
        <pc:picChg chg="del">
          <ac:chgData name="Dharaneedhar Reddy Nimma" userId="206a2da4cd660ec1" providerId="LiveId" clId="{B3400070-B617-403C-84BF-18F73A204D8E}" dt="2024-12-16T16:56:41.262" v="21" actId="478"/>
          <ac:picMkLst>
            <pc:docMk/>
            <pc:sldMk cId="0" sldId="260"/>
            <ac:picMk id="2" creationId="{00000000-0000-0000-0000-000000000000}"/>
          </ac:picMkLst>
        </pc:picChg>
        <pc:picChg chg="mod">
          <ac:chgData name="Dharaneedhar Reddy Nimma" userId="206a2da4cd660ec1" providerId="LiveId" clId="{B3400070-B617-403C-84BF-18F73A204D8E}" dt="2024-12-16T16:56:49.017" v="22" actId="1076"/>
          <ac:picMkLst>
            <pc:docMk/>
            <pc:sldMk cId="0" sldId="260"/>
            <ac:picMk id="16" creationId="{6713E1C4-3DEA-A3C7-135F-383DD163F3F3}"/>
          </ac:picMkLst>
        </pc:picChg>
      </pc:sldChg>
      <pc:sldChg chg="addSp delSp modSp mod">
        <pc:chgData name="Dharaneedhar Reddy Nimma" userId="206a2da4cd660ec1" providerId="LiveId" clId="{B3400070-B617-403C-84BF-18F73A204D8E}" dt="2024-12-16T16:56:31.502" v="19" actId="1076"/>
        <pc:sldMkLst>
          <pc:docMk/>
          <pc:sldMk cId="0" sldId="261"/>
        </pc:sldMkLst>
        <pc:picChg chg="del">
          <ac:chgData name="Dharaneedhar Reddy Nimma" userId="206a2da4cd660ec1" providerId="LiveId" clId="{B3400070-B617-403C-84BF-18F73A204D8E}" dt="2024-12-16T16:53:35.503" v="2" actId="478"/>
          <ac:picMkLst>
            <pc:docMk/>
            <pc:sldMk cId="0" sldId="261"/>
            <ac:picMk id="2" creationId="{00000000-0000-0000-0000-000000000000}"/>
          </ac:picMkLst>
        </pc:picChg>
        <pc:picChg chg="add mod">
          <ac:chgData name="Dharaneedhar Reddy Nimma" userId="206a2da4cd660ec1" providerId="LiveId" clId="{B3400070-B617-403C-84BF-18F73A204D8E}" dt="2024-12-16T16:56:31.502" v="19" actId="1076"/>
          <ac:picMkLst>
            <pc:docMk/>
            <pc:sldMk cId="0" sldId="261"/>
            <ac:picMk id="13" creationId="{7F3134D1-A97C-689A-FC3B-526BC4A3E972}"/>
          </ac:picMkLst>
        </pc:picChg>
        <pc:picChg chg="del mod">
          <ac:chgData name="Dharaneedhar Reddy Nimma" userId="206a2da4cd660ec1" providerId="LiveId" clId="{B3400070-B617-403C-84BF-18F73A204D8E}" dt="2024-12-16T16:55:04.499" v="14" actId="478"/>
          <ac:picMkLst>
            <pc:docMk/>
            <pc:sldMk cId="0" sldId="261"/>
            <ac:picMk id="18" creationId="{498B0CD3-4BA7-5317-ADD0-9787DB16F8A5}"/>
          </ac:picMkLst>
        </pc:picChg>
      </pc:sldChg>
      <pc:sldChg chg="modSp mod">
        <pc:chgData name="Dharaneedhar Reddy Nimma" userId="206a2da4cd660ec1" providerId="LiveId" clId="{B3400070-B617-403C-84BF-18F73A204D8E}" dt="2024-12-16T16:56:59.930" v="23" actId="1076"/>
        <pc:sldMkLst>
          <pc:docMk/>
          <pc:sldMk cId="0" sldId="262"/>
        </pc:sldMkLst>
        <pc:picChg chg="mod">
          <ac:chgData name="Dharaneedhar Reddy Nimma" userId="206a2da4cd660ec1" providerId="LiveId" clId="{B3400070-B617-403C-84BF-18F73A204D8E}" dt="2024-12-16T16:56:59.930" v="23" actId="1076"/>
          <ac:picMkLst>
            <pc:docMk/>
            <pc:sldMk cId="0" sldId="262"/>
            <ac:picMk id="25" creationId="{041E3374-5D61-9FC9-2F1C-308D9057CD3A}"/>
          </ac:picMkLst>
        </pc:picChg>
      </pc:sldChg>
      <pc:sldChg chg="addSp delSp modSp mod">
        <pc:chgData name="Dharaneedhar Reddy Nimma" userId="206a2da4cd660ec1" providerId="LiveId" clId="{B3400070-B617-403C-84BF-18F73A204D8E}" dt="2024-12-16T18:06:33.921" v="448" actId="20577"/>
        <pc:sldMkLst>
          <pc:docMk/>
          <pc:sldMk cId="0" sldId="264"/>
        </pc:sldMkLst>
        <pc:spChg chg="mod">
          <ac:chgData name="Dharaneedhar Reddy Nimma" userId="206a2da4cd660ec1" providerId="LiveId" clId="{B3400070-B617-403C-84BF-18F73A204D8E}" dt="2024-12-16T18:03:44.001" v="428" actId="1076"/>
          <ac:spMkLst>
            <pc:docMk/>
            <pc:sldMk cId="0" sldId="264"/>
            <ac:spMk id="2" creationId="{00000000-0000-0000-0000-000000000000}"/>
          </ac:spMkLst>
        </pc:spChg>
        <pc:spChg chg="mod">
          <ac:chgData name="Dharaneedhar Reddy Nimma" userId="206a2da4cd660ec1" providerId="LiveId" clId="{B3400070-B617-403C-84BF-18F73A204D8E}" dt="2024-12-16T18:05:08.591" v="440" actId="2711"/>
          <ac:spMkLst>
            <pc:docMk/>
            <pc:sldMk cId="0" sldId="264"/>
            <ac:spMk id="7" creationId="{00000000-0000-0000-0000-000000000000}"/>
          </ac:spMkLst>
        </pc:spChg>
        <pc:spChg chg="mod">
          <ac:chgData name="Dharaneedhar Reddy Nimma" userId="206a2da4cd660ec1" providerId="LiveId" clId="{B3400070-B617-403C-84BF-18F73A204D8E}" dt="2024-12-16T18:04:08.697" v="433" actId="1076"/>
          <ac:spMkLst>
            <pc:docMk/>
            <pc:sldMk cId="0" sldId="264"/>
            <ac:spMk id="8" creationId="{00000000-0000-0000-0000-000000000000}"/>
          </ac:spMkLst>
        </pc:spChg>
        <pc:spChg chg="mod">
          <ac:chgData name="Dharaneedhar Reddy Nimma" userId="206a2da4cd660ec1" providerId="LiveId" clId="{B3400070-B617-403C-84BF-18F73A204D8E}" dt="2024-12-16T18:06:06.774" v="443" actId="20577"/>
          <ac:spMkLst>
            <pc:docMk/>
            <pc:sldMk cId="0" sldId="264"/>
            <ac:spMk id="9" creationId="{00000000-0000-0000-0000-000000000000}"/>
          </ac:spMkLst>
        </pc:spChg>
        <pc:spChg chg="mod">
          <ac:chgData name="Dharaneedhar Reddy Nimma" userId="206a2da4cd660ec1" providerId="LiveId" clId="{B3400070-B617-403C-84BF-18F73A204D8E}" dt="2024-12-16T18:06:33.921" v="448" actId="20577"/>
          <ac:spMkLst>
            <pc:docMk/>
            <pc:sldMk cId="0" sldId="264"/>
            <ac:spMk id="10" creationId="{00000000-0000-0000-0000-000000000000}"/>
          </ac:spMkLst>
        </pc:spChg>
        <pc:spChg chg="mod">
          <ac:chgData name="Dharaneedhar Reddy Nimma" userId="206a2da4cd660ec1" providerId="LiveId" clId="{B3400070-B617-403C-84BF-18F73A204D8E}" dt="2024-12-16T18:06:21.984" v="445" actId="1076"/>
          <ac:spMkLst>
            <pc:docMk/>
            <pc:sldMk cId="0" sldId="264"/>
            <ac:spMk id="11" creationId="{00000000-0000-0000-0000-000000000000}"/>
          </ac:spMkLst>
        </pc:spChg>
        <pc:spChg chg="add del">
          <ac:chgData name="Dharaneedhar Reddy Nimma" userId="206a2da4cd660ec1" providerId="LiveId" clId="{B3400070-B617-403C-84BF-18F73A204D8E}" dt="2024-12-16T17:54:21.601" v="279" actId="478"/>
          <ac:spMkLst>
            <pc:docMk/>
            <pc:sldMk cId="0" sldId="264"/>
            <ac:spMk id="12" creationId="{E1005FF7-3FFD-552B-4ABC-3514C4E78BFB}"/>
          </ac:spMkLst>
        </pc:spChg>
        <pc:spChg chg="add mod">
          <ac:chgData name="Dharaneedhar Reddy Nimma" userId="206a2da4cd660ec1" providerId="LiveId" clId="{B3400070-B617-403C-84BF-18F73A204D8E}" dt="2024-12-16T17:54:40.370" v="282" actId="14100"/>
          <ac:spMkLst>
            <pc:docMk/>
            <pc:sldMk cId="0" sldId="264"/>
            <ac:spMk id="13" creationId="{9EC4E626-2BEF-8AD3-0A4B-AA3DDB3E425B}"/>
          </ac:spMkLst>
        </pc:spChg>
        <pc:picChg chg="add del">
          <ac:chgData name="Dharaneedhar Reddy Nimma" userId="206a2da4cd660ec1" providerId="LiveId" clId="{B3400070-B617-403C-84BF-18F73A204D8E}" dt="2024-12-16T17:54:16.670" v="277" actId="478"/>
          <ac:picMkLst>
            <pc:docMk/>
            <pc:sldMk cId="0" sldId="264"/>
            <ac:picMk id="3" creationId="{00000000-0000-0000-0000-000000000000}"/>
          </ac:picMkLst>
        </pc:picChg>
        <pc:picChg chg="add del">
          <ac:chgData name="Dharaneedhar Reddy Nimma" userId="206a2da4cd660ec1" providerId="LiveId" clId="{B3400070-B617-403C-84BF-18F73A204D8E}" dt="2024-12-16T17:55:17.484" v="289" actId="478"/>
          <ac:picMkLst>
            <pc:docMk/>
            <pc:sldMk cId="0" sldId="264"/>
            <ac:picMk id="4" creationId="{00000000-0000-0000-0000-000000000000}"/>
          </ac:picMkLst>
        </pc:picChg>
        <pc:picChg chg="add del">
          <ac:chgData name="Dharaneedhar Reddy Nimma" userId="206a2da4cd660ec1" providerId="LiveId" clId="{B3400070-B617-403C-84BF-18F73A204D8E}" dt="2024-12-16T17:55:55.594" v="298" actId="478"/>
          <ac:picMkLst>
            <pc:docMk/>
            <pc:sldMk cId="0" sldId="264"/>
            <ac:picMk id="5" creationId="{00000000-0000-0000-0000-000000000000}"/>
          </ac:picMkLst>
        </pc:picChg>
        <pc:picChg chg="add del">
          <ac:chgData name="Dharaneedhar Reddy Nimma" userId="206a2da4cd660ec1" providerId="LiveId" clId="{B3400070-B617-403C-84BF-18F73A204D8E}" dt="2024-12-16T17:56:25.526" v="304" actId="478"/>
          <ac:picMkLst>
            <pc:docMk/>
            <pc:sldMk cId="0" sldId="264"/>
            <ac:picMk id="6" creationId="{00000000-0000-0000-0000-000000000000}"/>
          </ac:picMkLst>
        </pc:picChg>
        <pc:picChg chg="add mod">
          <ac:chgData name="Dharaneedhar Reddy Nimma" userId="206a2da4cd660ec1" providerId="LiveId" clId="{B3400070-B617-403C-84BF-18F73A204D8E}" dt="2024-12-16T18:03:47.281" v="429" actId="1076"/>
          <ac:picMkLst>
            <pc:docMk/>
            <pc:sldMk cId="0" sldId="264"/>
            <ac:picMk id="14" creationId="{44A702F9-5B2C-395F-3D8E-B65534E149E7}"/>
          </ac:picMkLst>
        </pc:picChg>
        <pc:picChg chg="add mod">
          <ac:chgData name="Dharaneedhar Reddy Nimma" userId="206a2da4cd660ec1" providerId="LiveId" clId="{B3400070-B617-403C-84BF-18F73A204D8E}" dt="2024-12-16T18:03:50.067" v="430" actId="1076"/>
          <ac:picMkLst>
            <pc:docMk/>
            <pc:sldMk cId="0" sldId="264"/>
            <ac:picMk id="15" creationId="{3520C299-0E4F-ADFD-FB14-9A7C83AD1E02}"/>
          </ac:picMkLst>
        </pc:picChg>
        <pc:picChg chg="add mod">
          <ac:chgData name="Dharaneedhar Reddy Nimma" userId="206a2da4cd660ec1" providerId="LiveId" clId="{B3400070-B617-403C-84BF-18F73A204D8E}" dt="2024-12-16T18:03:54.849" v="431" actId="1076"/>
          <ac:picMkLst>
            <pc:docMk/>
            <pc:sldMk cId="0" sldId="264"/>
            <ac:picMk id="16" creationId="{E7B96736-558C-22E2-64D0-51B17AE9050E}"/>
          </ac:picMkLst>
        </pc:picChg>
      </pc:sldChg>
      <pc:sldChg chg="addSp delSp modSp mod">
        <pc:chgData name="Dharaneedhar Reddy Nimma" userId="206a2da4cd660ec1" providerId="LiveId" clId="{B3400070-B617-403C-84BF-18F73A204D8E}" dt="2024-12-16T17:24:41.575" v="135" actId="21"/>
        <pc:sldMkLst>
          <pc:docMk/>
          <pc:sldMk cId="3061655614" sldId="270"/>
        </pc:sldMkLst>
        <pc:spChg chg="add mod">
          <ac:chgData name="Dharaneedhar Reddy Nimma" userId="206a2da4cd660ec1" providerId="LiveId" clId="{B3400070-B617-403C-84BF-18F73A204D8E}" dt="2024-12-16T17:23:32.993" v="125" actId="1076"/>
          <ac:spMkLst>
            <pc:docMk/>
            <pc:sldMk cId="3061655614" sldId="270"/>
            <ac:spMk id="2" creationId="{1E60ACD5-B88F-F6C3-030D-B39E19E3CB93}"/>
          </ac:spMkLst>
        </pc:spChg>
        <pc:spChg chg="add mod">
          <ac:chgData name="Dharaneedhar Reddy Nimma" userId="206a2da4cd660ec1" providerId="LiveId" clId="{B3400070-B617-403C-84BF-18F73A204D8E}" dt="2024-12-16T17:23:25.121" v="115" actId="1076"/>
          <ac:spMkLst>
            <pc:docMk/>
            <pc:sldMk cId="3061655614" sldId="270"/>
            <ac:spMk id="3" creationId="{21B4FC12-4F10-300A-E274-25F8DFAD32E2}"/>
          </ac:spMkLst>
        </pc:spChg>
        <pc:spChg chg="mod">
          <ac:chgData name="Dharaneedhar Reddy Nimma" userId="206a2da4cd660ec1" providerId="LiveId" clId="{B3400070-B617-403C-84BF-18F73A204D8E}" dt="2024-12-16T17:23:31.402" v="123" actId="1076"/>
          <ac:spMkLst>
            <pc:docMk/>
            <pc:sldMk cId="3061655614" sldId="270"/>
            <ac:spMk id="15" creationId="{5D70CB4B-7AA1-0819-B37A-9B8DF78CE777}"/>
          </ac:spMkLst>
        </pc:spChg>
        <pc:spChg chg="add del mod">
          <ac:chgData name="Dharaneedhar Reddy Nimma" userId="206a2da4cd660ec1" providerId="LiveId" clId="{B3400070-B617-403C-84BF-18F73A204D8E}" dt="2024-12-16T17:24:41.575" v="135" actId="21"/>
          <ac:spMkLst>
            <pc:docMk/>
            <pc:sldMk cId="3061655614" sldId="270"/>
            <ac:spMk id="18" creationId="{AF8240B2-A8F7-9AC5-DBCC-2C78AB234B89}"/>
          </ac:spMkLst>
        </pc:spChg>
        <pc:spChg chg="mod">
          <ac:chgData name="Dharaneedhar Reddy Nimma" userId="206a2da4cd660ec1" providerId="LiveId" clId="{B3400070-B617-403C-84BF-18F73A204D8E}" dt="2024-12-16T17:23:28.371" v="119" actId="1076"/>
          <ac:spMkLst>
            <pc:docMk/>
            <pc:sldMk cId="3061655614" sldId="270"/>
            <ac:spMk id="21" creationId="{8BAFB90F-20E4-08AE-F2F7-FAD5CFB264BB}"/>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060629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DFF5F5-C6AE-AF7B-C488-67A7D662EF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7DC006-998D-FB20-3B55-CAD181C42B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6147FE-98DF-0308-3A50-434BB52EB63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6F1DB0D-4A67-C5FC-3F31-CCAA780B02D1}"/>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201921728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2"/>
      </p:bgRef>
    </p:bg>
    <p:spTree>
      <p:nvGrpSpPr>
        <p:cNvPr id="1" name=""/>
        <p:cNvGrpSpPr/>
        <p:nvPr/>
      </p:nvGrpSpPr>
      <p:grpSpPr>
        <a:xfrm>
          <a:off x="0" y="0"/>
          <a:ext cx="0" cy="0"/>
          <a:chOff x="0" y="0"/>
          <a:chExt cx="0" cy="0"/>
        </a:xfrm>
      </p:grpSpPr>
      <p:sp>
        <p:nvSpPr>
          <p:cNvPr id="16" name="Rectangle 15"/>
          <p:cNvSpPr/>
          <p:nvPr/>
        </p:nvSpPr>
        <p:spPr>
          <a:xfrm>
            <a:off x="0" y="0"/>
            <a:ext cx="14630400" cy="8229600"/>
          </a:xfrm>
          <a:prstGeom prst="rect">
            <a:avLst/>
          </a:prstGeom>
          <a:blipFill dpi="0" rotWithShape="1">
            <a:blip r:embed="rId2">
              <a:alphaModFix amt="45000"/>
              <a:duotone>
                <a:schemeClr val="accent1">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569444" y="1521276"/>
            <a:ext cx="11491514" cy="516954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737361" y="1693938"/>
            <a:ext cx="11155680" cy="4841724"/>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6163056" y="1521276"/>
            <a:ext cx="2304288" cy="87782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4" name="Group 3"/>
          <p:cNvGrpSpPr/>
          <p:nvPr/>
        </p:nvGrpSpPr>
        <p:grpSpPr>
          <a:xfrm>
            <a:off x="6300216" y="1521277"/>
            <a:ext cx="2029968" cy="774354"/>
            <a:chOff x="5318306" y="1386268"/>
            <a:chExt cx="1567331" cy="645295"/>
          </a:xfrm>
        </p:grpSpPr>
        <p:cxnSp>
          <p:nvCxnSpPr>
            <p:cNvPr id="17" name="Straight Connector 16"/>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874050" y="2509516"/>
            <a:ext cx="10882303" cy="3108960"/>
          </a:xfrm>
        </p:spPr>
        <p:txBody>
          <a:bodyPr tIns="45720" bIns="45720" anchor="ctr">
            <a:noAutofit/>
          </a:bodyPr>
          <a:lstStyle>
            <a:lvl1pPr algn="ctr">
              <a:lnSpc>
                <a:spcPct val="83000"/>
              </a:lnSpc>
              <a:defRPr lang="en-US" sz="8640" b="0" kern="1200" cap="all" spc="-12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874520" y="5618475"/>
            <a:ext cx="10885018" cy="548641"/>
          </a:xfrm>
        </p:spPr>
        <p:txBody>
          <a:bodyPr>
            <a:normAutofit/>
          </a:bodyPr>
          <a:lstStyle>
            <a:lvl1pPr marL="0" indent="0" algn="ctr">
              <a:spcBef>
                <a:spcPts val="0"/>
              </a:spcBef>
              <a:buNone/>
              <a:defRPr sz="1920" spc="96" baseline="0">
                <a:solidFill>
                  <a:schemeClr val="tx1"/>
                </a:solidFill>
              </a:defRPr>
            </a:lvl1pPr>
            <a:lvl2pPr marL="548640" indent="0" algn="ctr">
              <a:buNone/>
              <a:defRPr sz="1920"/>
            </a:lvl2pPr>
            <a:lvl3pPr marL="1097280" indent="0" algn="ctr">
              <a:buNone/>
              <a:defRPr sz="1920"/>
            </a:lvl3pPr>
            <a:lvl4pPr marL="1645920" indent="0" algn="ctr">
              <a:buNone/>
              <a:defRPr sz="1920"/>
            </a:lvl4pPr>
            <a:lvl5pPr marL="2194560" indent="0" algn="ctr">
              <a:buNone/>
              <a:defRPr sz="1920"/>
            </a:lvl5pPr>
            <a:lvl6pPr marL="2743200" indent="0" algn="ctr">
              <a:buNone/>
              <a:defRPr sz="1920"/>
            </a:lvl6pPr>
            <a:lvl7pPr marL="3291840" indent="0" algn="ctr">
              <a:buNone/>
              <a:defRPr sz="1920"/>
            </a:lvl7pPr>
            <a:lvl8pPr marL="3840480" indent="0" algn="ctr">
              <a:buNone/>
              <a:defRPr sz="1920"/>
            </a:lvl8pPr>
            <a:lvl9pPr marL="4389120" indent="0" algn="ctr">
              <a:buNone/>
              <a:defRPr sz="1920"/>
            </a:lvl9pPr>
          </a:lstStyle>
          <a:p>
            <a:r>
              <a:rPr lang="en-US"/>
              <a:t>Click to edit Master subtitle style</a:t>
            </a:r>
            <a:endParaRPr lang="en-US" dirty="0"/>
          </a:p>
        </p:txBody>
      </p:sp>
      <p:sp>
        <p:nvSpPr>
          <p:cNvPr id="20" name="Date Placeholder 19"/>
          <p:cNvSpPr>
            <a:spLocks noGrp="1"/>
          </p:cNvSpPr>
          <p:nvPr>
            <p:ph type="dt" sz="half" idx="10"/>
          </p:nvPr>
        </p:nvSpPr>
        <p:spPr>
          <a:xfrm>
            <a:off x="6382512" y="1609506"/>
            <a:ext cx="1865376" cy="632656"/>
          </a:xfrm>
        </p:spPr>
        <p:txBody>
          <a:bodyPr/>
          <a:lstStyle>
            <a:lvl1pPr algn="ctr">
              <a:defRPr sz="1560" spc="0" baseline="0">
                <a:solidFill>
                  <a:schemeClr val="tx1"/>
                </a:solidFill>
                <a:latin typeface="+mn-lt"/>
              </a:defRPr>
            </a:lvl1pPr>
          </a:lstStyle>
          <a:p>
            <a:fld id="{DDA51639-B2D6-4652-B8C3-1B4C224A7BAF}" type="datetimeFigureOut">
              <a:rPr lang="en-US" dirty="0"/>
              <a:t>12/16/2024</a:t>
            </a:fld>
            <a:endParaRPr lang="en-US" dirty="0"/>
          </a:p>
        </p:txBody>
      </p:sp>
      <p:sp>
        <p:nvSpPr>
          <p:cNvPr id="21" name="Footer Placeholder 20"/>
          <p:cNvSpPr>
            <a:spLocks noGrp="1"/>
          </p:cNvSpPr>
          <p:nvPr>
            <p:ph type="ftr" sz="quarter" idx="11"/>
          </p:nvPr>
        </p:nvSpPr>
        <p:spPr>
          <a:xfrm>
            <a:off x="1744675" y="6253272"/>
            <a:ext cx="7086600" cy="274320"/>
          </a:xfrm>
        </p:spPr>
        <p:txBody>
          <a:bodyPr/>
          <a:lstStyle>
            <a:lvl1pPr algn="l">
              <a:defRPr>
                <a:solidFill>
                  <a:schemeClr val="tx1">
                    <a:lumMod val="75000"/>
                    <a:lumOff val="25000"/>
                  </a:schemeClr>
                </a:solidFill>
              </a:defRPr>
            </a:lvl1pPr>
          </a:lstStyle>
          <a:p>
            <a:endParaRPr lang="en-US" dirty="0"/>
          </a:p>
        </p:txBody>
      </p:sp>
      <p:sp>
        <p:nvSpPr>
          <p:cNvPr id="22" name="Slide Number Placeholder 21"/>
          <p:cNvSpPr>
            <a:spLocks noGrp="1"/>
          </p:cNvSpPr>
          <p:nvPr>
            <p:ph type="sldNum" sz="quarter" idx="12"/>
          </p:nvPr>
        </p:nvSpPr>
        <p:spPr>
          <a:xfrm>
            <a:off x="10328304" y="6254496"/>
            <a:ext cx="2534257" cy="274320"/>
          </a:xfrm>
        </p:spPr>
        <p:txBody>
          <a:bodyPr/>
          <a:lstStyle>
            <a:lvl1pPr>
              <a:defRPr>
                <a:solidFill>
                  <a:schemeClr val="tx1">
                    <a:lumMod val="75000"/>
                    <a:lumOff val="25000"/>
                  </a:schemeClr>
                </a:solidFill>
              </a:defRPr>
            </a:lvl1pPr>
          </a:lstStyle>
          <a:p>
            <a:fld id="{4FAB73BC-B049-4115-A692-8D63A059BFB8}" type="slidenum">
              <a:rPr lang="en-US" dirty="0"/>
              <a:pPr/>
              <a:t>‹#›</a:t>
            </a:fld>
            <a:endParaRPr lang="en-US" dirty="0"/>
          </a:p>
        </p:txBody>
      </p:sp>
    </p:spTree>
    <p:extLst>
      <p:ext uri="{BB962C8B-B14F-4D97-AF65-F5344CB8AC3E}">
        <p14:creationId xmlns:p14="http://schemas.microsoft.com/office/powerpoint/2010/main" val="3143356903"/>
      </p:ext>
    </p:extLst>
  </p:cSld>
  <p:clrMapOvr>
    <a:overrideClrMapping bg1="lt1" tx1="dk1" bg2="lt2" tx2="dk2" accent1="accent1" accent2="accent2" accent3="accent3" accent4="accent4" accent5="accent5" accent6="accent6" hlink="hlink" folHlink="folHlink"/>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2FF5DD9-2C52-442D-92E2-8072C0C3D7CD}" type="datetimeFigureOut">
              <a:rPr lang="en-US" dirty="0"/>
              <a:t>12/16/2024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dirty="0"/>
          </a:p>
        </p:txBody>
      </p:sp>
    </p:spTree>
    <p:extLst>
      <p:ext uri="{BB962C8B-B14F-4D97-AF65-F5344CB8AC3E}">
        <p14:creationId xmlns:p14="http://schemas.microsoft.com/office/powerpoint/2010/main" val="548184530"/>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2">
        <a:schemeClr val="bg2"/>
      </p:bgRef>
    </p:bg>
    <p:spTree>
      <p:nvGrpSpPr>
        <p:cNvPr id="1" name=""/>
        <p:cNvGrpSpPr/>
        <p:nvPr/>
      </p:nvGrpSpPr>
      <p:grpSpPr>
        <a:xfrm>
          <a:off x="0" y="0"/>
          <a:ext cx="0" cy="0"/>
          <a:chOff x="0" y="0"/>
          <a:chExt cx="0" cy="0"/>
        </a:xfrm>
      </p:grpSpPr>
      <p:sp>
        <p:nvSpPr>
          <p:cNvPr id="22" name="Rectangle 21"/>
          <p:cNvSpPr/>
          <p:nvPr/>
        </p:nvSpPr>
        <p:spPr>
          <a:xfrm>
            <a:off x="0" y="0"/>
            <a:ext cx="14630400" cy="8229600"/>
          </a:xfrm>
          <a:prstGeom prst="rect">
            <a:avLst/>
          </a:prstGeom>
          <a:blipFill dpi="0" rotWithShape="1">
            <a:blip r:embed="rId2">
              <a:alphaModFix amt="45000"/>
              <a:duotone>
                <a:schemeClr val="accent2">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3" name="Rectangle 22"/>
          <p:cNvSpPr/>
          <p:nvPr/>
        </p:nvSpPr>
        <p:spPr>
          <a:xfrm>
            <a:off x="1569444" y="1521276"/>
            <a:ext cx="11491514" cy="516954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737360" y="1693938"/>
            <a:ext cx="11155680" cy="4841724"/>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6163056" y="1521276"/>
            <a:ext cx="2304288" cy="87782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31" name="Group 30"/>
          <p:cNvGrpSpPr/>
          <p:nvPr/>
        </p:nvGrpSpPr>
        <p:grpSpPr>
          <a:xfrm>
            <a:off x="6300216" y="1521277"/>
            <a:ext cx="2029968" cy="774354"/>
            <a:chOff x="5318306" y="1386268"/>
            <a:chExt cx="1567331" cy="645295"/>
          </a:xfrm>
        </p:grpSpPr>
        <p:cxnSp>
          <p:nvCxnSpPr>
            <p:cNvPr id="32" name="Straight Connector 31"/>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1876347" y="2513171"/>
            <a:ext cx="10885018" cy="3105302"/>
          </a:xfrm>
        </p:spPr>
        <p:txBody>
          <a:bodyPr anchor="ctr">
            <a:noAutofit/>
          </a:bodyPr>
          <a:lstStyle>
            <a:lvl1pPr algn="ctr">
              <a:lnSpc>
                <a:spcPct val="83000"/>
              </a:lnSpc>
              <a:defRPr lang="en-US" sz="8640" kern="1200" cap="all" spc="-12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Text Placeholder 2"/>
          <p:cNvSpPr>
            <a:spLocks noGrp="1"/>
          </p:cNvSpPr>
          <p:nvPr>
            <p:ph type="body" idx="1"/>
          </p:nvPr>
        </p:nvSpPr>
        <p:spPr>
          <a:xfrm>
            <a:off x="1876349" y="5618474"/>
            <a:ext cx="10885018" cy="548640"/>
          </a:xfrm>
        </p:spPr>
        <p:txBody>
          <a:bodyPr anchor="t">
            <a:normAutofit/>
          </a:bodyPr>
          <a:lstStyle>
            <a:lvl1pPr marL="0" indent="0" algn="ctr">
              <a:buNone/>
              <a:defRPr sz="1920">
                <a:solidFill>
                  <a:schemeClr val="tx1"/>
                </a:solidFill>
                <a:effectLst/>
              </a:defRPr>
            </a:lvl1pPr>
            <a:lvl2pPr marL="548640" indent="0">
              <a:buNone/>
              <a:defRPr sz="192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6386170" y="1613403"/>
            <a:ext cx="1865376" cy="636422"/>
          </a:xfrm>
        </p:spPr>
        <p:txBody>
          <a:bodyPr/>
          <a:lstStyle>
            <a:lvl1pPr algn="ctr">
              <a:defRPr lang="en-US" sz="1560" kern="1200" spc="0" baseline="0">
                <a:solidFill>
                  <a:schemeClr val="tx1"/>
                </a:solidFill>
                <a:latin typeface="+mn-lt"/>
                <a:ea typeface="+mn-ea"/>
                <a:cs typeface="+mn-cs"/>
              </a:defRPr>
            </a:lvl1pPr>
          </a:lstStyle>
          <a:p>
            <a:fld id="{C44961B7-6B89-48AB-966F-622E2788EECC}" type="datetimeFigureOut">
              <a:rPr lang="en-US" dirty="0"/>
              <a:t>12/16/2024</a:t>
            </a:fld>
            <a:endParaRPr lang="en-US" dirty="0"/>
          </a:p>
        </p:txBody>
      </p:sp>
      <p:sp>
        <p:nvSpPr>
          <p:cNvPr id="5" name="Footer Placeholder 4"/>
          <p:cNvSpPr>
            <a:spLocks noGrp="1"/>
          </p:cNvSpPr>
          <p:nvPr>
            <p:ph type="ftr" sz="quarter" idx="11"/>
          </p:nvPr>
        </p:nvSpPr>
        <p:spPr>
          <a:xfrm>
            <a:off x="1744264" y="6253272"/>
            <a:ext cx="7088429" cy="274320"/>
          </a:xfrm>
        </p:spPr>
        <p:txBody>
          <a:bodyPr/>
          <a:lstStyle>
            <a:lvl1pPr algn="l">
              <a:defRPr/>
            </a:lvl1pPr>
          </a:lstStyle>
          <a:p>
            <a:endParaRPr lang="en-US" dirty="0"/>
          </a:p>
        </p:txBody>
      </p:sp>
      <p:sp>
        <p:nvSpPr>
          <p:cNvPr id="6" name="Slide Number Placeholder 5"/>
          <p:cNvSpPr>
            <a:spLocks noGrp="1"/>
          </p:cNvSpPr>
          <p:nvPr>
            <p:ph type="sldNum" sz="quarter" idx="12"/>
          </p:nvPr>
        </p:nvSpPr>
        <p:spPr>
          <a:xfrm>
            <a:off x="10325405" y="6253272"/>
            <a:ext cx="2534717" cy="274320"/>
          </a:xfrm>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2544087876"/>
      </p:ext>
    </p:extLst>
  </p:cSld>
  <p:clrMapOvr>
    <a:overrideClrMapping bg1="lt1" tx1="dk1" bg2="lt2" tx2="dk2" accent1="accent1" accent2="accent2" accent3="accent3" accent4="accent4" accent5="accent5" accent6="accent6" hlink="hlink" folHlink="folHlink"/>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80160" y="2523744"/>
            <a:ext cx="5705856" cy="4498848"/>
          </a:xfrm>
        </p:spPr>
        <p:txBody>
          <a:bodyPr/>
          <a:lstStyle>
            <a:lvl1pPr>
              <a:defRPr sz="2160"/>
            </a:lvl1pPr>
            <a:lvl2pPr>
              <a:defRPr sz="1920"/>
            </a:lvl2pPr>
            <a:lvl3pPr>
              <a:defRPr sz="1680"/>
            </a:lvl3pPr>
            <a:lvl4pPr>
              <a:defRPr sz="1680"/>
            </a:lvl4pPr>
            <a:lvl5pPr>
              <a:defRPr sz="1680"/>
            </a:lvl5pPr>
            <a:lvl6pPr>
              <a:defRPr sz="1680"/>
            </a:lvl6pPr>
            <a:lvl7pPr>
              <a:defRPr sz="1680"/>
            </a:lvl7pPr>
            <a:lvl8pPr>
              <a:defRPr sz="1680"/>
            </a:lvl8pPr>
            <a:lvl9pPr>
              <a:defRPr sz="168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644384" y="2523744"/>
            <a:ext cx="5705856" cy="4498848"/>
          </a:xfrm>
        </p:spPr>
        <p:txBody>
          <a:bodyPr/>
          <a:lstStyle>
            <a:lvl1pPr>
              <a:defRPr sz="2160"/>
            </a:lvl1pPr>
            <a:lvl2pPr>
              <a:defRPr sz="1920"/>
            </a:lvl2pPr>
            <a:lvl3pPr>
              <a:defRPr sz="1680"/>
            </a:lvl3pPr>
            <a:lvl4pPr>
              <a:defRPr sz="1680"/>
            </a:lvl4pPr>
            <a:lvl5pPr>
              <a:defRPr sz="1680"/>
            </a:lvl5pPr>
            <a:lvl6pPr>
              <a:defRPr sz="1680"/>
            </a:lvl6pPr>
            <a:lvl7pPr>
              <a:defRPr sz="1680"/>
            </a:lvl7pPr>
            <a:lvl8pPr>
              <a:defRPr sz="1680"/>
            </a:lvl8pPr>
            <a:lvl9pPr>
              <a:defRPr sz="168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BD3D6FB-79CC-4683-A046-BBE785BA1BED}" type="datetimeFigureOut">
              <a:rPr lang="en-US" dirty="0"/>
              <a:t>12/16/2024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962781025"/>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283818" y="2489201"/>
            <a:ext cx="5705856" cy="768096"/>
          </a:xfrm>
        </p:spPr>
        <p:txBody>
          <a:bodyPr anchor="ctr">
            <a:normAutofit/>
          </a:bodyPr>
          <a:lstStyle>
            <a:lvl1pPr marL="0" indent="0" algn="ctr">
              <a:spcBef>
                <a:spcPts val="0"/>
              </a:spcBef>
              <a:buNone/>
              <a:defRPr sz="2280" b="0">
                <a:solidFill>
                  <a:schemeClr val="tx2"/>
                </a:solidFill>
                <a:latin typeface="+mn-lt"/>
              </a:defRPr>
            </a:lvl1pPr>
            <a:lvl2pPr marL="548640" indent="0">
              <a:buNone/>
              <a:defRPr sz="228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4" name="Content Placeholder 3"/>
          <p:cNvSpPr>
            <a:spLocks noGrp="1"/>
          </p:cNvSpPr>
          <p:nvPr>
            <p:ph sz="half" idx="2"/>
          </p:nvPr>
        </p:nvSpPr>
        <p:spPr>
          <a:xfrm>
            <a:off x="1283818" y="3307078"/>
            <a:ext cx="5705856" cy="3840480"/>
          </a:xfrm>
        </p:spPr>
        <p:txBody>
          <a:bodyPr/>
          <a:lstStyle>
            <a:lvl1pPr>
              <a:defRPr sz="2160"/>
            </a:lvl1pPr>
            <a:lvl2pPr>
              <a:defRPr sz="1920"/>
            </a:lvl2pPr>
            <a:lvl3pPr>
              <a:defRPr sz="1680"/>
            </a:lvl3pPr>
            <a:lvl4pPr>
              <a:defRPr sz="1680"/>
            </a:lvl4pPr>
            <a:lvl5pPr>
              <a:defRPr sz="1680"/>
            </a:lvl5pPr>
            <a:lvl6pPr>
              <a:defRPr sz="1680"/>
            </a:lvl6pPr>
            <a:lvl7pPr>
              <a:defRPr sz="1680"/>
            </a:lvl7pPr>
            <a:lvl8pPr>
              <a:defRPr sz="1680"/>
            </a:lvl8pPr>
            <a:lvl9pPr>
              <a:defRPr sz="168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648042" y="2489201"/>
            <a:ext cx="5705856" cy="768096"/>
          </a:xfrm>
        </p:spPr>
        <p:txBody>
          <a:bodyPr anchor="ctr">
            <a:normAutofit/>
          </a:bodyPr>
          <a:lstStyle>
            <a:lvl1pPr marL="0" indent="0" algn="ctr">
              <a:spcBef>
                <a:spcPts val="0"/>
              </a:spcBef>
              <a:buNone/>
              <a:defRPr sz="2280" b="0">
                <a:solidFill>
                  <a:schemeClr val="tx2"/>
                </a:solidFill>
              </a:defRPr>
            </a:lvl1pPr>
            <a:lvl2pPr marL="548640" indent="0">
              <a:buNone/>
              <a:defRPr sz="228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6" name="Content Placeholder 5"/>
          <p:cNvSpPr>
            <a:spLocks noGrp="1"/>
          </p:cNvSpPr>
          <p:nvPr>
            <p:ph sz="quarter" idx="4"/>
          </p:nvPr>
        </p:nvSpPr>
        <p:spPr>
          <a:xfrm>
            <a:off x="7648042" y="3307897"/>
            <a:ext cx="5705856" cy="3840480"/>
          </a:xfrm>
        </p:spPr>
        <p:txBody>
          <a:bodyPr/>
          <a:lstStyle>
            <a:lvl1pPr>
              <a:defRPr sz="2160"/>
            </a:lvl1pPr>
            <a:lvl2pPr>
              <a:defRPr sz="1920"/>
            </a:lvl2pPr>
            <a:lvl3pPr>
              <a:defRPr sz="1680"/>
            </a:lvl3pPr>
            <a:lvl4pPr>
              <a:defRPr sz="1680"/>
            </a:lvl4pPr>
            <a:lvl5pPr>
              <a:defRPr sz="1680"/>
            </a:lvl5pPr>
            <a:lvl6pPr>
              <a:defRPr sz="1680"/>
            </a:lvl6pPr>
            <a:lvl7pPr>
              <a:defRPr sz="1680"/>
            </a:lvl7pPr>
            <a:lvl8pPr>
              <a:defRPr sz="1680"/>
            </a:lvl8pPr>
            <a:lvl9pPr>
              <a:defRPr sz="168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512B3E8-48F1-4B23-8498-D8A04A81EC9C}" type="datetimeFigureOut">
              <a:rPr lang="en-US" dirty="0"/>
              <a:t>12/16/2024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989188398"/>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0B90D90-AA62-404D-A741-635B4370F9CB}" type="datetimeFigureOut">
              <a:rPr lang="en-US" dirty="0"/>
              <a:t>12/16/2024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3862092168"/>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57002E4-6836-46D1-9DBB-3C27C0DD3A89}" type="datetimeFigureOut">
              <a:rPr lang="en-US" dirty="0"/>
              <a:t>12/16/2024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291558253"/>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6" name="Rectangle 15"/>
          <p:cNvSpPr/>
          <p:nvPr/>
        </p:nvSpPr>
        <p:spPr>
          <a:xfrm>
            <a:off x="294635" y="285293"/>
            <a:ext cx="10237622" cy="765901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0824463" y="285293"/>
            <a:ext cx="3511296" cy="765901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1155680" y="728870"/>
            <a:ext cx="2916936" cy="1975104"/>
          </a:xfrm>
        </p:spPr>
        <p:txBody>
          <a:bodyPr anchor="b">
            <a:normAutofit/>
          </a:bodyPr>
          <a:lstStyle>
            <a:lvl1pPr algn="l" defTabSz="1097280" rtl="0" eaLnBrk="1" latinLnBrk="0" hangingPunct="1">
              <a:lnSpc>
                <a:spcPct val="90000"/>
              </a:lnSpc>
              <a:spcBef>
                <a:spcPct val="0"/>
              </a:spcBef>
              <a:buNone/>
              <a:defRPr lang="en-US" sz="3360" b="0" kern="1200" cap="none" spc="0" baseline="0" dirty="0">
                <a:solidFill>
                  <a:srgbClr val="FFFFFF"/>
                </a:solidFill>
                <a:effectLst/>
                <a:latin typeface="+mj-lt"/>
                <a:ea typeface="+mn-ea"/>
                <a:cs typeface="+mn-cs"/>
              </a:defRPr>
            </a:lvl1pPr>
          </a:lstStyle>
          <a:p>
            <a:r>
              <a:rPr lang="en-US"/>
              <a:t>Click to edit Master title style</a:t>
            </a:r>
            <a:endParaRPr lang="en-US" dirty="0"/>
          </a:p>
        </p:txBody>
      </p:sp>
      <p:sp>
        <p:nvSpPr>
          <p:cNvPr id="3" name="Content Placeholder 2"/>
          <p:cNvSpPr>
            <a:spLocks noGrp="1"/>
          </p:cNvSpPr>
          <p:nvPr>
            <p:ph idx="1"/>
          </p:nvPr>
        </p:nvSpPr>
        <p:spPr>
          <a:xfrm>
            <a:off x="822960" y="731520"/>
            <a:ext cx="9326880" cy="6400800"/>
          </a:xfrm>
        </p:spPr>
        <p:txBody>
          <a:bodyPr/>
          <a:lstStyle>
            <a:lvl1pPr>
              <a:defRPr sz="2160"/>
            </a:lvl1pPr>
            <a:lvl2pPr>
              <a:defRPr sz="1920"/>
            </a:lvl2pPr>
            <a:lvl3pPr>
              <a:defRPr sz="1680"/>
            </a:lvl3pPr>
            <a:lvl4pPr>
              <a:defRPr sz="1680"/>
            </a:lvl4pPr>
            <a:lvl5pPr>
              <a:defRPr sz="1680"/>
            </a:lvl5pPr>
            <a:lvl6pPr>
              <a:defRPr sz="1680"/>
            </a:lvl6pPr>
            <a:lvl7pPr>
              <a:defRPr sz="1680"/>
            </a:lvl7pPr>
            <a:lvl8pPr>
              <a:defRPr sz="1680"/>
            </a:lvl8pPr>
            <a:lvl9pPr>
              <a:defRPr sz="168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55680" y="2743200"/>
            <a:ext cx="2916936" cy="4206240"/>
          </a:xfrm>
        </p:spPr>
        <p:txBody>
          <a:bodyPr>
            <a:normAutofit/>
          </a:bodyPr>
          <a:lstStyle>
            <a:lvl1pPr marL="0" indent="0">
              <a:lnSpc>
                <a:spcPct val="110000"/>
              </a:lnSpc>
              <a:spcBef>
                <a:spcPts val="960"/>
              </a:spcBef>
              <a:buNone/>
              <a:defRPr sz="1680">
                <a:solidFill>
                  <a:srgbClr val="FFFFFF"/>
                </a:solidFill>
              </a:defRPr>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sp>
        <p:nvSpPr>
          <p:cNvPr id="8" name="Date Placeholder 7"/>
          <p:cNvSpPr>
            <a:spLocks noGrp="1"/>
          </p:cNvSpPr>
          <p:nvPr>
            <p:ph type="dt" sz="half" idx="10"/>
          </p:nvPr>
        </p:nvSpPr>
        <p:spPr/>
        <p:txBody>
          <a:bodyPr/>
          <a:lstStyle/>
          <a:p>
            <a:fld id="{1CF131DD-A141-4471-BCF9-C6073EDD7E20}" type="datetimeFigureOut">
              <a:rPr lang="en-US" dirty="0"/>
              <a:t>12/16/2024</a:t>
            </a:fld>
            <a:endParaRPr lang="en-US" dirty="0"/>
          </a:p>
        </p:txBody>
      </p:sp>
      <p:sp>
        <p:nvSpPr>
          <p:cNvPr id="9" name="Footer Placeholder 8"/>
          <p:cNvSpPr>
            <a:spLocks noGrp="1"/>
          </p:cNvSpPr>
          <p:nvPr>
            <p:ph type="ftr" sz="quarter" idx="11"/>
          </p:nvPr>
        </p:nvSpPr>
        <p:spPr/>
        <p:txBody>
          <a:bodyPr/>
          <a:lstStyle>
            <a:lvl1pPr algn="r">
              <a:defRPr/>
            </a:lvl1pPr>
          </a:lstStyle>
          <a:p>
            <a:endParaRPr lang="en-US" dirty="0"/>
          </a:p>
        </p:txBody>
      </p:sp>
      <p:sp>
        <p:nvSpPr>
          <p:cNvPr id="11" name="Slide Number Placeholder 10"/>
          <p:cNvSpPr>
            <a:spLocks noGrp="1"/>
          </p:cNvSpPr>
          <p:nvPr>
            <p:ph type="sldNum" sz="quarter" idx="12"/>
          </p:nvPr>
        </p:nvSpPr>
        <p:spPr>
          <a:xfrm>
            <a:off x="12472412" y="7467602"/>
            <a:ext cx="1755648" cy="329184"/>
          </a:xfrm>
        </p:spPr>
        <p:txBody>
          <a:bodyPr/>
          <a:lstStyle>
            <a:lvl1pPr>
              <a:defRPr>
                <a:solidFill>
                  <a:srgbClr val="FFFFFF"/>
                </a:solidFill>
              </a:defRPr>
            </a:lvl1pPr>
          </a:lstStyle>
          <a:p>
            <a:fld id="{4FAB73BC-B049-4115-A692-8D63A059BFB8}" type="slidenum">
              <a:rPr lang="en-US" dirty="0"/>
              <a:pPr/>
              <a:t>‹#›</a:t>
            </a:fld>
            <a:endParaRPr lang="en-US" dirty="0"/>
          </a:p>
        </p:txBody>
      </p:sp>
      <p:sp>
        <p:nvSpPr>
          <p:cNvPr id="12" name="Rectangle 11"/>
          <p:cNvSpPr/>
          <p:nvPr/>
        </p:nvSpPr>
        <p:spPr>
          <a:xfrm>
            <a:off x="10989055" y="449885"/>
            <a:ext cx="3182112" cy="7329830"/>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153901293"/>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4" name="Rectangle 13"/>
          <p:cNvSpPr/>
          <p:nvPr/>
        </p:nvSpPr>
        <p:spPr>
          <a:xfrm>
            <a:off x="10824463" y="285293"/>
            <a:ext cx="3511296" cy="765901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1155680" y="724205"/>
            <a:ext cx="2918765" cy="1975104"/>
          </a:xfrm>
        </p:spPr>
        <p:txBody>
          <a:bodyPr anchor="b">
            <a:noAutofit/>
          </a:bodyPr>
          <a:lstStyle>
            <a:lvl1pPr algn="l">
              <a:defRPr sz="3360" b="0">
                <a:solidFill>
                  <a:srgbClr val="FFFFFF"/>
                </a:solidFill>
                <a:latin typeface="+mj-lt"/>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274319" y="285293"/>
            <a:ext cx="10237622" cy="7659014"/>
          </a:xfrm>
          <a:solidFill>
            <a:schemeClr val="accent1">
              <a:lumMod val="60000"/>
              <a:lumOff val="40000"/>
            </a:schemeClr>
          </a:solidFill>
          <a:ln>
            <a:noFill/>
          </a:ln>
        </p:spPr>
        <p:txBody>
          <a:bodyPr anchor="t"/>
          <a:lstStyle>
            <a:lvl1pPr marL="0" indent="0">
              <a:buNone/>
              <a:defRPr sz="3840"/>
            </a:lvl1pPr>
            <a:lvl2pPr marL="548640" indent="0">
              <a:buNone/>
              <a:defRPr sz="3360"/>
            </a:lvl2pPr>
            <a:lvl3pPr marL="1097280" indent="0">
              <a:buNone/>
              <a:defRPr sz="2880"/>
            </a:lvl3pPr>
            <a:lvl4pPr marL="1645920" indent="0">
              <a:buNone/>
              <a:defRPr sz="2400"/>
            </a:lvl4pPr>
            <a:lvl5pPr marL="2194560" indent="0">
              <a:buNone/>
              <a:defRPr sz="2400"/>
            </a:lvl5pPr>
            <a:lvl6pPr marL="2743200" indent="0">
              <a:buNone/>
              <a:defRPr sz="2400"/>
            </a:lvl6pPr>
            <a:lvl7pPr marL="3291840" indent="0">
              <a:buNone/>
              <a:defRPr sz="2400"/>
            </a:lvl7pPr>
            <a:lvl8pPr marL="3840480" indent="0">
              <a:buNone/>
              <a:defRPr sz="2400"/>
            </a:lvl8pPr>
            <a:lvl9pPr marL="4389120" indent="0">
              <a:buNone/>
              <a:defRPr sz="2400"/>
            </a:lvl9pPr>
          </a:lstStyle>
          <a:p>
            <a:r>
              <a:rPr lang="en-US"/>
              <a:t>Click icon to add picture</a:t>
            </a:r>
            <a:endParaRPr lang="en-US" dirty="0"/>
          </a:p>
        </p:txBody>
      </p:sp>
      <p:sp>
        <p:nvSpPr>
          <p:cNvPr id="4" name="Text Placeholder 3"/>
          <p:cNvSpPr>
            <a:spLocks noGrp="1"/>
          </p:cNvSpPr>
          <p:nvPr>
            <p:ph type="body" sz="half" idx="2"/>
          </p:nvPr>
        </p:nvSpPr>
        <p:spPr>
          <a:xfrm>
            <a:off x="11155680" y="2743200"/>
            <a:ext cx="2918765" cy="4202582"/>
          </a:xfrm>
        </p:spPr>
        <p:txBody>
          <a:bodyPr>
            <a:normAutofit/>
          </a:bodyPr>
          <a:lstStyle>
            <a:lvl1pPr marL="0" indent="0" algn="l">
              <a:lnSpc>
                <a:spcPct val="110000"/>
              </a:lnSpc>
              <a:spcBef>
                <a:spcPts val="960"/>
              </a:spcBef>
              <a:buNone/>
              <a:defRPr sz="1680">
                <a:solidFill>
                  <a:srgbClr val="FFFFFF"/>
                </a:solidFill>
              </a:defRPr>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rgbClr val="FFFFFF"/>
                </a:solidFill>
                <a:effectLst>
                  <a:outerShdw blurRad="12700" dist="6350" dir="2700000" algn="tl" rotWithShape="0">
                    <a:prstClr val="black">
                      <a:alpha val="40000"/>
                    </a:prstClr>
                  </a:outerShdw>
                </a:effectLst>
              </a:defRPr>
            </a:lvl1pPr>
          </a:lstStyle>
          <a:p>
            <a:fld id="{AB334A90-EB03-42F3-8859-2C2B2724C058}" type="datetimeFigureOut">
              <a:rPr lang="en-US" dirty="0"/>
              <a:t>12/16/2024</a:t>
            </a:fld>
            <a:endParaRPr lang="en-US" dirty="0"/>
          </a:p>
        </p:txBody>
      </p:sp>
      <p:sp>
        <p:nvSpPr>
          <p:cNvPr id="6" name="Footer Placeholder 5"/>
          <p:cNvSpPr>
            <a:spLocks noGrp="1"/>
          </p:cNvSpPr>
          <p:nvPr>
            <p:ph type="ftr" sz="quarter" idx="11"/>
          </p:nvPr>
        </p:nvSpPr>
        <p:spPr/>
        <p:txBody>
          <a:bodyPr/>
          <a:lstStyle>
            <a:lvl1pPr marL="0" algn="r" defTabSz="1097280" rtl="0" eaLnBrk="1" latinLnBrk="0" hangingPunct="1">
              <a:defRPr lang="en-US" sz="1200" kern="1200" dirty="0">
                <a:solidFill>
                  <a:srgbClr val="FFFFFF"/>
                </a:solidFill>
                <a:effectLst>
                  <a:outerShdw blurRad="12700" dist="6350" dir="2700000" algn="tl" rotWithShape="0">
                    <a:prstClr val="black">
                      <a:alpha val="40000"/>
                    </a:prstClr>
                  </a:outerShdw>
                </a:effectLst>
                <a:latin typeface="+mn-lt"/>
                <a:ea typeface="+mn-ea"/>
                <a:cs typeface="+mn-cs"/>
              </a:defRPr>
            </a:lvl1pPr>
          </a:lstStyle>
          <a:p>
            <a:endParaRPr lang="en-US" dirty="0"/>
          </a:p>
        </p:txBody>
      </p:sp>
      <p:sp>
        <p:nvSpPr>
          <p:cNvPr id="7" name="Slide Number Placeholder 6"/>
          <p:cNvSpPr>
            <a:spLocks noGrp="1"/>
          </p:cNvSpPr>
          <p:nvPr>
            <p:ph type="sldNum" sz="quarter" idx="12"/>
          </p:nvPr>
        </p:nvSpPr>
        <p:spPr>
          <a:xfrm>
            <a:off x="12476074" y="7472477"/>
            <a:ext cx="1755648" cy="329184"/>
          </a:xfrm>
        </p:spPr>
        <p:txBody>
          <a:bodyPr/>
          <a:lstStyle>
            <a:lvl1pPr>
              <a:defRPr>
                <a:solidFill>
                  <a:srgbClr val="FFFFFF"/>
                </a:solidFill>
              </a:defRPr>
            </a:lvl1pPr>
          </a:lstStyle>
          <a:p>
            <a:fld id="{4FAB73BC-B049-4115-A692-8D63A059BFB8}" type="slidenum">
              <a:rPr lang="en-US" dirty="0"/>
              <a:pPr/>
              <a:t>‹#›</a:t>
            </a:fld>
            <a:endParaRPr lang="en-US" dirty="0"/>
          </a:p>
        </p:txBody>
      </p:sp>
      <p:sp>
        <p:nvSpPr>
          <p:cNvPr id="10" name="Rectangle 9"/>
          <p:cNvSpPr/>
          <p:nvPr/>
        </p:nvSpPr>
        <p:spPr>
          <a:xfrm>
            <a:off x="10989055" y="449885"/>
            <a:ext cx="3182112" cy="7329830"/>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118294527"/>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11A6AA8-A04B-4104-9AE2-BD48D340E27F}" type="datetimeFigureOut">
              <a:rPr lang="en-US" dirty="0"/>
              <a:t>12/16/2024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3175015750"/>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789920" y="914400"/>
            <a:ext cx="2834640" cy="630936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05840" y="914400"/>
            <a:ext cx="9692640" cy="630936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4E0BF79-FAC6-4A96-8DE1-F7B82E2E1652}" type="datetimeFigureOut">
              <a:rPr lang="en-US" dirty="0"/>
              <a:t>12/16/2024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2333807904"/>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lide 1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80009109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Slide 2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73836209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Slide 3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2292160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Slide 4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06132587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Slide 5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410993770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Slide 6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9897403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Slide 7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97174651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Slide 8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48927469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Slide 9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46918224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Slide 10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4657474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81635" y="285293"/>
            <a:ext cx="14067130" cy="7659014"/>
          </a:xfrm>
          <a:prstGeom prst="rect">
            <a:avLst/>
          </a:prstGeom>
          <a:solidFill>
            <a:schemeClr val="bg2"/>
          </a:solidFill>
          <a:ln w="6350" cap="flat" cmpd="sng" algn="ctr">
            <a:noFill/>
            <a:prstDash val="solid"/>
          </a:ln>
          <a:effectLst>
            <a:softEdge rad="0"/>
          </a:effectLst>
        </p:spPr>
      </p:sp>
      <p:sp>
        <p:nvSpPr>
          <p:cNvPr id="2" name="Title Placeholder 1"/>
          <p:cNvSpPr>
            <a:spLocks noGrp="1"/>
          </p:cNvSpPr>
          <p:nvPr>
            <p:ph type="title"/>
          </p:nvPr>
        </p:nvSpPr>
        <p:spPr>
          <a:xfrm>
            <a:off x="1280160" y="771113"/>
            <a:ext cx="12070080" cy="164592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80160" y="2523744"/>
            <a:ext cx="12070080" cy="47183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29184" y="7569206"/>
            <a:ext cx="3291840" cy="329184"/>
          </a:xfrm>
          <a:prstGeom prst="rect">
            <a:avLst/>
          </a:prstGeom>
        </p:spPr>
        <p:txBody>
          <a:bodyPr vert="horz" lIns="91440" tIns="45720" rIns="91440" bIns="45720" rtlCol="0" anchor="b"/>
          <a:lstStyle>
            <a:lvl1pPr algn="l">
              <a:defRPr sz="1200">
                <a:solidFill>
                  <a:schemeClr val="tx1">
                    <a:lumMod val="75000"/>
                    <a:lumOff val="25000"/>
                  </a:schemeClr>
                </a:solidFill>
              </a:defRPr>
            </a:lvl1pPr>
          </a:lstStyle>
          <a:p>
            <a:fld id="{CBC48EC7-AF6A-48D3-8284-14BACBEBDD84}" type="datetimeFigureOut">
              <a:rPr lang="en-US" dirty="0"/>
              <a:t>12/16/2024</a:t>
            </a:fld>
            <a:endParaRPr lang="en-US" dirty="0"/>
          </a:p>
        </p:txBody>
      </p:sp>
      <p:sp>
        <p:nvSpPr>
          <p:cNvPr id="5" name="Footer Placeholder 4"/>
          <p:cNvSpPr>
            <a:spLocks noGrp="1"/>
          </p:cNvSpPr>
          <p:nvPr>
            <p:ph type="ftr" sz="quarter" idx="3"/>
          </p:nvPr>
        </p:nvSpPr>
        <p:spPr>
          <a:xfrm>
            <a:off x="4187952" y="7569206"/>
            <a:ext cx="6254496" cy="329184"/>
          </a:xfrm>
          <a:prstGeom prst="rect">
            <a:avLst/>
          </a:prstGeom>
        </p:spPr>
        <p:txBody>
          <a:bodyPr vert="horz" lIns="91440" tIns="45720" rIns="91440" bIns="45720" rtlCol="0" anchor="b"/>
          <a:lstStyle>
            <a:lvl1pPr algn="ctr">
              <a:defRPr sz="1200">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12563856" y="7569206"/>
            <a:ext cx="1755648" cy="329184"/>
          </a:xfrm>
          <a:prstGeom prst="rect">
            <a:avLst/>
          </a:prstGeom>
        </p:spPr>
        <p:txBody>
          <a:bodyPr vert="horz" lIns="91440" tIns="45720" rIns="91440" bIns="45720" rtlCol="0" anchor="b"/>
          <a:lstStyle>
            <a:lvl1pPr algn="r">
              <a:defRPr sz="1200">
                <a:solidFill>
                  <a:schemeClr val="tx1">
                    <a:lumMod val="75000"/>
                    <a:lumOff val="25000"/>
                  </a:schemeClr>
                </a:solidFill>
              </a:defRPr>
            </a:lvl1pPr>
          </a:lstStyle>
          <a:p>
            <a:fld id="{4FAB73BC-B049-4115-A692-8D63A059BFB8}" type="slidenum">
              <a:rPr lang="en-US" dirty="0"/>
              <a:pPr/>
              <a:t>‹#›</a:t>
            </a:fld>
            <a:endParaRPr lang="en-US" dirty="0"/>
          </a:p>
        </p:txBody>
      </p:sp>
    </p:spTree>
    <p:extLst>
      <p:ext uri="{BB962C8B-B14F-4D97-AF65-F5344CB8AC3E}">
        <p14:creationId xmlns:p14="http://schemas.microsoft.com/office/powerpoint/2010/main" val="46179875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Lst>
  <p:hf sldNum="0" hdr="0" ftr="0" dt="0"/>
  <p:txStyles>
    <p:titleStyle>
      <a:lvl1pPr algn="l" defTabSz="1097280" rtl="0" eaLnBrk="1" latinLnBrk="0" hangingPunct="1">
        <a:lnSpc>
          <a:spcPct val="90000"/>
        </a:lnSpc>
        <a:spcBef>
          <a:spcPct val="0"/>
        </a:spcBef>
        <a:buNone/>
        <a:defRPr lang="en-US" sz="5760" kern="1200" cap="none" spc="0" baseline="0" dirty="0">
          <a:solidFill>
            <a:schemeClr val="tx1">
              <a:lumMod val="85000"/>
              <a:lumOff val="15000"/>
            </a:schemeClr>
          </a:solidFill>
          <a:effectLst/>
          <a:latin typeface="+mj-lt"/>
          <a:ea typeface="+mn-ea"/>
          <a:cs typeface="+mn-cs"/>
        </a:defRPr>
      </a:lvl1pPr>
    </p:titleStyle>
    <p:bodyStyle>
      <a:lvl1pPr marL="219456" indent="-219456" algn="l" defTabSz="1097280" rtl="0" eaLnBrk="1" latinLnBrk="0" hangingPunct="1">
        <a:lnSpc>
          <a:spcPct val="100000"/>
        </a:lnSpc>
        <a:spcBef>
          <a:spcPts val="1080"/>
        </a:spcBef>
        <a:spcAft>
          <a:spcPts val="0"/>
        </a:spcAft>
        <a:buClr>
          <a:schemeClr val="tx1">
            <a:lumMod val="85000"/>
            <a:lumOff val="15000"/>
          </a:schemeClr>
        </a:buClr>
        <a:buFont typeface="Garamond" pitchFamily="18" charset="0"/>
        <a:buChar char="◦"/>
        <a:defRPr sz="2160" kern="1200">
          <a:solidFill>
            <a:schemeClr val="tx1"/>
          </a:solidFill>
          <a:latin typeface="+mn-lt"/>
          <a:ea typeface="+mn-ea"/>
          <a:cs typeface="+mn-cs"/>
        </a:defRPr>
      </a:lvl1pPr>
      <a:lvl2pPr marL="548640" indent="-219456" algn="l" defTabSz="1097280" rtl="0" eaLnBrk="1" latinLnBrk="0" hangingPunct="1">
        <a:lnSpc>
          <a:spcPct val="100000"/>
        </a:lnSpc>
        <a:spcBef>
          <a:spcPts val="600"/>
        </a:spcBef>
        <a:buClr>
          <a:schemeClr val="tx1">
            <a:lumMod val="85000"/>
            <a:lumOff val="15000"/>
          </a:schemeClr>
        </a:buClr>
        <a:buFont typeface="Garamond" pitchFamily="18" charset="0"/>
        <a:buChar char="◦"/>
        <a:defRPr sz="1920" kern="1200">
          <a:solidFill>
            <a:schemeClr val="tx1"/>
          </a:solidFill>
          <a:latin typeface="+mn-lt"/>
          <a:ea typeface="+mn-ea"/>
          <a:cs typeface="+mn-cs"/>
        </a:defRPr>
      </a:lvl2pPr>
      <a:lvl3pPr marL="877824" indent="-219456" algn="l" defTabSz="1097280" rtl="0" eaLnBrk="1" latinLnBrk="0" hangingPunct="1">
        <a:lnSpc>
          <a:spcPct val="100000"/>
        </a:lnSpc>
        <a:spcBef>
          <a:spcPts val="600"/>
        </a:spcBef>
        <a:buClr>
          <a:schemeClr val="tx1">
            <a:lumMod val="85000"/>
            <a:lumOff val="15000"/>
          </a:schemeClr>
        </a:buClr>
        <a:buFont typeface="Garamond" pitchFamily="18" charset="0"/>
        <a:buChar char="◦"/>
        <a:defRPr sz="1680" kern="1200">
          <a:solidFill>
            <a:schemeClr val="tx1"/>
          </a:solidFill>
          <a:latin typeface="+mn-lt"/>
          <a:ea typeface="+mn-ea"/>
          <a:cs typeface="+mn-cs"/>
        </a:defRPr>
      </a:lvl3pPr>
      <a:lvl4pPr marL="1207008" indent="-219456" algn="l" defTabSz="1097280" rtl="0" eaLnBrk="1" latinLnBrk="0" hangingPunct="1">
        <a:lnSpc>
          <a:spcPct val="100000"/>
        </a:lnSpc>
        <a:spcBef>
          <a:spcPts val="600"/>
        </a:spcBef>
        <a:buClr>
          <a:schemeClr val="tx1">
            <a:lumMod val="85000"/>
            <a:lumOff val="15000"/>
          </a:schemeClr>
        </a:buClr>
        <a:buFont typeface="Garamond" pitchFamily="18" charset="0"/>
        <a:buChar char="◦"/>
        <a:defRPr sz="1680" kern="1200">
          <a:solidFill>
            <a:schemeClr val="tx1"/>
          </a:solidFill>
          <a:latin typeface="+mn-lt"/>
          <a:ea typeface="+mn-ea"/>
          <a:cs typeface="+mn-cs"/>
        </a:defRPr>
      </a:lvl4pPr>
      <a:lvl5pPr marL="1536192" indent="-219456" algn="l" defTabSz="1097280" rtl="0" eaLnBrk="1" latinLnBrk="0" hangingPunct="1">
        <a:lnSpc>
          <a:spcPct val="100000"/>
        </a:lnSpc>
        <a:spcBef>
          <a:spcPts val="600"/>
        </a:spcBef>
        <a:buClr>
          <a:schemeClr val="tx1">
            <a:lumMod val="85000"/>
            <a:lumOff val="15000"/>
          </a:schemeClr>
        </a:buClr>
        <a:buFont typeface="Garamond" pitchFamily="18" charset="0"/>
        <a:buChar char="◦"/>
        <a:defRPr sz="1680" kern="1200">
          <a:solidFill>
            <a:schemeClr val="tx1"/>
          </a:solidFill>
          <a:latin typeface="+mn-lt"/>
          <a:ea typeface="+mn-ea"/>
          <a:cs typeface="+mn-cs"/>
        </a:defRPr>
      </a:lvl5pPr>
      <a:lvl6pPr marL="1920000" indent="-274320" algn="l" defTabSz="1097280" rtl="0" eaLnBrk="1" latinLnBrk="0" hangingPunct="1">
        <a:lnSpc>
          <a:spcPct val="100000"/>
        </a:lnSpc>
        <a:spcBef>
          <a:spcPts val="600"/>
        </a:spcBef>
        <a:buClr>
          <a:schemeClr val="tx1">
            <a:lumMod val="85000"/>
            <a:lumOff val="15000"/>
          </a:schemeClr>
        </a:buClr>
        <a:buFont typeface="Garamond" pitchFamily="18" charset="0"/>
        <a:buChar char="◦"/>
        <a:defRPr sz="1680" kern="1200">
          <a:solidFill>
            <a:schemeClr val="tx1"/>
          </a:solidFill>
          <a:latin typeface="+mn-lt"/>
          <a:ea typeface="+mn-ea"/>
          <a:cs typeface="+mn-cs"/>
        </a:defRPr>
      </a:lvl6pPr>
      <a:lvl7pPr marL="2280000" indent="-274320" algn="l" defTabSz="1097280" rtl="0" eaLnBrk="1" latinLnBrk="0" hangingPunct="1">
        <a:lnSpc>
          <a:spcPct val="100000"/>
        </a:lnSpc>
        <a:spcBef>
          <a:spcPts val="600"/>
        </a:spcBef>
        <a:buClr>
          <a:schemeClr val="tx1">
            <a:lumMod val="85000"/>
            <a:lumOff val="15000"/>
          </a:schemeClr>
        </a:buClr>
        <a:buFont typeface="Garamond" pitchFamily="18" charset="0"/>
        <a:buChar char="◦"/>
        <a:defRPr sz="1680" kern="1200">
          <a:solidFill>
            <a:schemeClr val="tx1"/>
          </a:solidFill>
          <a:latin typeface="+mn-lt"/>
          <a:ea typeface="+mn-ea"/>
          <a:cs typeface="+mn-cs"/>
        </a:defRPr>
      </a:lvl7pPr>
      <a:lvl8pPr marL="2640000" indent="-274320" algn="l" defTabSz="1097280" rtl="0" eaLnBrk="1" latinLnBrk="0" hangingPunct="1">
        <a:lnSpc>
          <a:spcPct val="100000"/>
        </a:lnSpc>
        <a:spcBef>
          <a:spcPts val="600"/>
        </a:spcBef>
        <a:buClr>
          <a:schemeClr val="tx1">
            <a:lumMod val="85000"/>
            <a:lumOff val="15000"/>
          </a:schemeClr>
        </a:buClr>
        <a:buFont typeface="Garamond" pitchFamily="18" charset="0"/>
        <a:buChar char="◦"/>
        <a:defRPr sz="1680" kern="1200">
          <a:solidFill>
            <a:schemeClr val="tx1"/>
          </a:solidFill>
          <a:latin typeface="+mn-lt"/>
          <a:ea typeface="+mn-ea"/>
          <a:cs typeface="+mn-cs"/>
        </a:defRPr>
      </a:lvl8pPr>
      <a:lvl9pPr marL="3000000" indent="-274320" algn="l" defTabSz="1097280" rtl="0" eaLnBrk="1" latinLnBrk="0" hangingPunct="1">
        <a:lnSpc>
          <a:spcPct val="100000"/>
        </a:lnSpc>
        <a:spcBef>
          <a:spcPts val="600"/>
        </a:spcBef>
        <a:buClr>
          <a:schemeClr val="tx1">
            <a:lumMod val="85000"/>
            <a:lumOff val="15000"/>
          </a:schemeClr>
        </a:buClr>
        <a:buFont typeface="Garamond" pitchFamily="18" charset="0"/>
        <a:buChar char="◦"/>
        <a:defRPr sz="1680" kern="1200">
          <a:solidFill>
            <a:schemeClr val="tx1"/>
          </a:solidFill>
          <a:latin typeface="+mn-lt"/>
          <a:ea typeface="+mn-ea"/>
          <a:cs typeface="+mn-cs"/>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13.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14.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notesSlide" Target="../notesSlides/notesSlide5.xml"/><Relationship Id="rId1" Type="http://schemas.openxmlformats.org/officeDocument/2006/relationships/slideLayout" Target="../slideLayouts/slideLayout16.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8.xml"/><Relationship Id="rId1" Type="http://schemas.openxmlformats.org/officeDocument/2006/relationships/slideLayout" Target="../slideLayouts/slideLayout19.xml"/><Relationship Id="rId4" Type="http://schemas.openxmlformats.org/officeDocument/2006/relationships/image" Target="../media/image28.jpeg"/></Relationships>
</file>

<file path=ppt/slides/_rels/slide1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9.xml"/><Relationship Id="rId1" Type="http://schemas.openxmlformats.org/officeDocument/2006/relationships/slideLayout" Target="../slideLayouts/slideLayout20.xml"/><Relationship Id="rId5" Type="http://schemas.openxmlformats.org/officeDocument/2006/relationships/image" Target="../media/image31.png"/><Relationship Id="rId4" Type="http://schemas.openxmlformats.org/officeDocument/2006/relationships/image" Target="../media/image30.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1.xml"/></Relationships>
</file>

<file path=ppt/slides/_rels/slide14.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notesSlide" Target="../notesSlides/notesSlide11.xml"/><Relationship Id="rId1" Type="http://schemas.openxmlformats.org/officeDocument/2006/relationships/slideLayout" Target="../slideLayouts/slideLayout21.xml"/><Relationship Id="rId5" Type="http://schemas.openxmlformats.org/officeDocument/2006/relationships/image" Target="../media/image33.png"/><Relationship Id="rId4" Type="http://schemas.openxmlformats.org/officeDocument/2006/relationships/hyperlink" Target="https://www.pxfuel.com/en/free-photo-xchht"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nvSpPr>
        <p:spPr>
          <a:xfrm>
            <a:off x="707163" y="1097856"/>
            <a:ext cx="7556421" cy="2412988"/>
          </a:xfrm>
          <a:prstGeom prst="rect">
            <a:avLst/>
          </a:prstGeom>
          <a:noFill/>
          <a:ln/>
        </p:spPr>
        <p:txBody>
          <a:bodyPr wrap="square" lIns="0" tIns="0" rIns="0" bIns="0" rtlCol="0" anchor="t"/>
          <a:lstStyle/>
          <a:p>
            <a:pPr marL="0" indent="0">
              <a:lnSpc>
                <a:spcPts val="5550"/>
              </a:lnSpc>
              <a:buNone/>
            </a:pPr>
            <a:r>
              <a:rPr lang="en-IN" sz="4800" b="1" dirty="0"/>
              <a:t>Memory Card Matching Game</a:t>
            </a:r>
          </a:p>
          <a:p>
            <a:r>
              <a:rPr lang="en-US" sz="2800" dirty="0"/>
              <a:t>Final Project Presentation</a:t>
            </a:r>
          </a:p>
          <a:p>
            <a:r>
              <a:rPr lang="en-US" sz="2800" dirty="0"/>
              <a:t>Swift-based Game Development</a:t>
            </a:r>
          </a:p>
          <a:p>
            <a:pPr marL="0" indent="0">
              <a:lnSpc>
                <a:spcPts val="5550"/>
              </a:lnSpc>
              <a:buNone/>
            </a:pPr>
            <a:endParaRPr lang="en-US" sz="4800" b="1" dirty="0"/>
          </a:p>
        </p:txBody>
      </p:sp>
      <p:sp>
        <p:nvSpPr>
          <p:cNvPr id="4" name="Text 1"/>
          <p:cNvSpPr/>
          <p:nvPr/>
        </p:nvSpPr>
        <p:spPr>
          <a:xfrm>
            <a:off x="707163" y="3730979"/>
            <a:ext cx="7556421" cy="1975556"/>
          </a:xfrm>
          <a:prstGeom prst="rect">
            <a:avLst/>
          </a:prstGeom>
          <a:noFill/>
          <a:ln/>
        </p:spPr>
        <p:txBody>
          <a:bodyPr wrap="square" lIns="0" tIns="0" rIns="0" bIns="0" rtlCol="0" anchor="t"/>
          <a:lstStyle/>
          <a:p>
            <a:pPr marL="0" indent="0">
              <a:lnSpc>
                <a:spcPts val="2850"/>
              </a:lnSpc>
              <a:buNone/>
            </a:pPr>
            <a:r>
              <a:rPr lang="en-US" sz="1750" kern="0" spc="-36" dirty="0">
                <a:solidFill>
                  <a:srgbClr val="2B2E3C"/>
                </a:solidFill>
                <a:latin typeface="Open Sans" pitchFamily="34" charset="0"/>
                <a:ea typeface="Open Sans" pitchFamily="34" charset="-122"/>
                <a:cs typeface="Open Sans" pitchFamily="34" charset="-120"/>
              </a:rPr>
              <a:t>Welcome to an in-depth look at our innovative memory card matching game, built using SwiftUI and leveraging advanced frameworks like SpriteKit, Combine, CoreMotion, and Charts. This project showcases the power of modern iOS development techniques to create an engaging, interactive, and visually appealing game experience.</a:t>
            </a:r>
            <a:endParaRPr lang="en-US" sz="1750" dirty="0"/>
          </a:p>
        </p:txBody>
      </p:sp>
      <p:sp>
        <p:nvSpPr>
          <p:cNvPr id="7" name="Text 3"/>
          <p:cNvSpPr/>
          <p:nvPr/>
        </p:nvSpPr>
        <p:spPr>
          <a:xfrm>
            <a:off x="1270040" y="5830014"/>
            <a:ext cx="3490436" cy="396835"/>
          </a:xfrm>
          <a:prstGeom prst="rect">
            <a:avLst/>
          </a:prstGeom>
          <a:noFill/>
          <a:ln/>
        </p:spPr>
        <p:txBody>
          <a:bodyPr wrap="none" lIns="0" tIns="0" rIns="0" bIns="0" rtlCol="0" anchor="t"/>
          <a:lstStyle/>
          <a:p>
            <a:pPr marL="0" indent="0" algn="l">
              <a:lnSpc>
                <a:spcPts val="3100"/>
              </a:lnSpc>
              <a:buNone/>
            </a:pPr>
            <a:endParaRPr lang="en-US" sz="2200" dirty="0"/>
          </a:p>
        </p:txBody>
      </p:sp>
      <p:pic>
        <p:nvPicPr>
          <p:cNvPr id="6" name="Picture 5">
            <a:extLst>
              <a:ext uri="{FF2B5EF4-FFF2-40B4-BE49-F238E27FC236}">
                <a16:creationId xmlns:a16="http://schemas.microsoft.com/office/drawing/2014/main" id="{BFBF31B5-C62C-7460-DD46-AF6D7682ED80}"/>
              </a:ext>
            </a:extLst>
          </p:cNvPr>
          <p:cNvPicPr>
            <a:picLocks noChangeAspect="1"/>
          </p:cNvPicPr>
          <p:nvPr/>
        </p:nvPicPr>
        <p:blipFill>
          <a:blip r:embed="rId3"/>
          <a:stretch>
            <a:fillRect/>
          </a:stretch>
        </p:blipFill>
        <p:spPr>
          <a:xfrm>
            <a:off x="9333497" y="400755"/>
            <a:ext cx="4702628" cy="7428090"/>
          </a:xfrm>
          <a:prstGeom prst="rect">
            <a:avLst/>
          </a:prstGeom>
        </p:spPr>
      </p:pic>
      <p:sp>
        <p:nvSpPr>
          <p:cNvPr id="2" name="TextBox 1">
            <a:extLst>
              <a:ext uri="{FF2B5EF4-FFF2-40B4-BE49-F238E27FC236}">
                <a16:creationId xmlns:a16="http://schemas.microsoft.com/office/drawing/2014/main" id="{4C21E73D-34B1-C71A-C5AE-9D0815A5BAE8}"/>
              </a:ext>
            </a:extLst>
          </p:cNvPr>
          <p:cNvSpPr txBox="1"/>
          <p:nvPr/>
        </p:nvSpPr>
        <p:spPr>
          <a:xfrm>
            <a:off x="5676015" y="6039884"/>
            <a:ext cx="3635022" cy="923330"/>
          </a:xfrm>
          <a:prstGeom prst="rect">
            <a:avLst/>
          </a:prstGeom>
          <a:noFill/>
        </p:spPr>
        <p:txBody>
          <a:bodyPr wrap="square" rtlCol="0">
            <a:spAutoFit/>
          </a:bodyPr>
          <a:lstStyle/>
          <a:p>
            <a:r>
              <a:rPr lang="en-US" dirty="0">
                <a:latin typeface="Book Antiqua" panose="02040602050305030304" pitchFamily="18" charset="0"/>
              </a:rPr>
              <a:t>-Ayush Jaiswal</a:t>
            </a:r>
          </a:p>
          <a:p>
            <a:r>
              <a:rPr lang="en-US" dirty="0">
                <a:latin typeface="Book Antiqua" panose="02040602050305030304" pitchFamily="18" charset="0"/>
              </a:rPr>
              <a:t>-Aqsa Noor Siddiqui</a:t>
            </a:r>
            <a:br>
              <a:rPr lang="en-US" dirty="0">
                <a:latin typeface="Book Antiqua" panose="02040602050305030304" pitchFamily="18" charset="0"/>
              </a:rPr>
            </a:br>
            <a:r>
              <a:rPr lang="en-US" dirty="0">
                <a:latin typeface="Book Antiqua" panose="02040602050305030304" pitchFamily="18" charset="0"/>
              </a:rPr>
              <a:t>-Dharaneedhar Reddy Nimma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 0">
            <a:extLst>
              <a:ext uri="{FF2B5EF4-FFF2-40B4-BE49-F238E27FC236}">
                <a16:creationId xmlns:a16="http://schemas.microsoft.com/office/drawing/2014/main" id="{4ADF7DE4-2967-467E-C328-D852A3B2AB72}"/>
              </a:ext>
            </a:extLst>
          </p:cNvPr>
          <p:cNvSpPr/>
          <p:nvPr/>
        </p:nvSpPr>
        <p:spPr>
          <a:xfrm>
            <a:off x="4300172" y="532994"/>
            <a:ext cx="6436944" cy="675680"/>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4400" b="1" dirty="0"/>
              <a:t>Why This App Matters</a:t>
            </a:r>
          </a:p>
        </p:txBody>
      </p:sp>
      <p:sp>
        <p:nvSpPr>
          <p:cNvPr id="15" name="Shape 1">
            <a:extLst>
              <a:ext uri="{FF2B5EF4-FFF2-40B4-BE49-F238E27FC236}">
                <a16:creationId xmlns:a16="http://schemas.microsoft.com/office/drawing/2014/main" id="{5D70CB4B-7AA1-0819-B37A-9B8DF78CE777}"/>
              </a:ext>
            </a:extLst>
          </p:cNvPr>
          <p:cNvSpPr/>
          <p:nvPr/>
        </p:nvSpPr>
        <p:spPr>
          <a:xfrm>
            <a:off x="733877" y="1787883"/>
            <a:ext cx="4228267" cy="2990136"/>
          </a:xfrm>
          <a:prstGeom prst="roundRect">
            <a:avLst>
              <a:gd name="adj" fmla="val 3037"/>
            </a:avLst>
          </a:prstGeom>
          <a:solidFill>
            <a:srgbClr val="D46B20"/>
          </a:solidFill>
          <a:ln/>
          <a:effectLst>
            <a:innerShdw blurRad="63500" dist="50800" dir="16200000">
              <a:prstClr val="black">
                <a:alpha val="50000"/>
              </a:prstClr>
            </a:innerShdw>
          </a:effectLst>
        </p:spPr>
        <p:style>
          <a:lnRef idx="1">
            <a:schemeClr val="accent5"/>
          </a:lnRef>
          <a:fillRef idx="2">
            <a:schemeClr val="accent5"/>
          </a:fillRef>
          <a:effectRef idx="1">
            <a:schemeClr val="accent5"/>
          </a:effectRef>
          <a:fontRef idx="minor">
            <a:schemeClr val="dk1"/>
          </a:fontRef>
        </p:style>
        <p:txBody>
          <a:bodyPr/>
          <a:lstStyle/>
          <a:p>
            <a:endParaRPr lang="en-IN"/>
          </a:p>
        </p:txBody>
      </p:sp>
      <p:sp>
        <p:nvSpPr>
          <p:cNvPr id="16" name="Text 2">
            <a:extLst>
              <a:ext uri="{FF2B5EF4-FFF2-40B4-BE49-F238E27FC236}">
                <a16:creationId xmlns:a16="http://schemas.microsoft.com/office/drawing/2014/main" id="{66551232-0488-6834-2F12-9F3D621F9EDE}"/>
              </a:ext>
            </a:extLst>
          </p:cNvPr>
          <p:cNvSpPr/>
          <p:nvPr/>
        </p:nvSpPr>
        <p:spPr>
          <a:xfrm>
            <a:off x="1329277" y="2255323"/>
            <a:ext cx="2702600" cy="337780"/>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ts val="2650"/>
              </a:lnSpc>
              <a:buNone/>
            </a:pPr>
            <a:r>
              <a:rPr lang="en-US" sz="2100" kern="0" spc="-64" dirty="0">
                <a:solidFill>
                  <a:srgbClr val="2B2E3C"/>
                </a:solidFill>
                <a:latin typeface="Bitter Medium" pitchFamily="34" charset="0"/>
                <a:ea typeface="Bitter Medium" pitchFamily="34" charset="-122"/>
                <a:cs typeface="Bitter Medium" pitchFamily="34" charset="-120"/>
              </a:rPr>
              <a:t>Cognitive Benefits</a:t>
            </a:r>
            <a:endParaRPr lang="en-US" sz="2100" dirty="0"/>
          </a:p>
        </p:txBody>
      </p:sp>
      <p:sp>
        <p:nvSpPr>
          <p:cNvPr id="17" name="Text 3">
            <a:extLst>
              <a:ext uri="{FF2B5EF4-FFF2-40B4-BE49-F238E27FC236}">
                <a16:creationId xmlns:a16="http://schemas.microsoft.com/office/drawing/2014/main" id="{EFEC70F8-3FEA-8896-DF43-EDAB4D16C21F}"/>
              </a:ext>
            </a:extLst>
          </p:cNvPr>
          <p:cNvSpPr/>
          <p:nvPr/>
        </p:nvSpPr>
        <p:spPr>
          <a:xfrm>
            <a:off x="1181314" y="2993807"/>
            <a:ext cx="3780830" cy="691753"/>
          </a:xfrm>
          <a:prstGeom prst="rect">
            <a:avLst/>
          </a:prstGeom>
          <a:noFill/>
          <a:ln/>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ts val="2700"/>
              </a:lnSpc>
              <a:buNone/>
            </a:pPr>
            <a:r>
              <a:rPr lang="en-US" sz="1700" kern="0" spc="-34" dirty="0">
                <a:solidFill>
                  <a:srgbClr val="2B2E3C"/>
                </a:solidFill>
                <a:latin typeface="Open Sans" pitchFamily="34" charset="0"/>
                <a:ea typeface="Open Sans" pitchFamily="34" charset="-122"/>
                <a:cs typeface="Open Sans" pitchFamily="34" charset="-120"/>
              </a:rPr>
              <a:t>Memory games improve cognitive abilities like focus and recall.</a:t>
            </a:r>
            <a:endParaRPr lang="en-US" sz="1700" dirty="0"/>
          </a:p>
        </p:txBody>
      </p:sp>
      <p:sp>
        <p:nvSpPr>
          <p:cNvPr id="19" name="Text 5">
            <a:extLst>
              <a:ext uri="{FF2B5EF4-FFF2-40B4-BE49-F238E27FC236}">
                <a16:creationId xmlns:a16="http://schemas.microsoft.com/office/drawing/2014/main" id="{4DFCCCD3-5851-B178-FF3A-91A2A2713076}"/>
              </a:ext>
            </a:extLst>
          </p:cNvPr>
          <p:cNvSpPr/>
          <p:nvPr/>
        </p:nvSpPr>
        <p:spPr>
          <a:xfrm>
            <a:off x="5963900" y="2086433"/>
            <a:ext cx="2702600" cy="337780"/>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ts val="2650"/>
              </a:lnSpc>
              <a:buNone/>
            </a:pPr>
            <a:r>
              <a:rPr lang="en-US" sz="2100" kern="0" spc="-64" dirty="0">
                <a:solidFill>
                  <a:srgbClr val="2B2E3C"/>
                </a:solidFill>
                <a:latin typeface="Bitter Medium" pitchFamily="34" charset="0"/>
                <a:ea typeface="Bitter Medium" pitchFamily="34" charset="-122"/>
                <a:cs typeface="Bitter Medium" pitchFamily="34" charset="-120"/>
              </a:rPr>
              <a:t>Engaging Experience</a:t>
            </a:r>
            <a:endParaRPr lang="en-US" sz="2100" dirty="0"/>
          </a:p>
        </p:txBody>
      </p:sp>
      <p:sp>
        <p:nvSpPr>
          <p:cNvPr id="20" name="Text 6">
            <a:extLst>
              <a:ext uri="{FF2B5EF4-FFF2-40B4-BE49-F238E27FC236}">
                <a16:creationId xmlns:a16="http://schemas.microsoft.com/office/drawing/2014/main" id="{0FA177AF-5635-5827-51E9-49E8369FB523}"/>
              </a:ext>
            </a:extLst>
          </p:cNvPr>
          <p:cNvSpPr/>
          <p:nvPr/>
        </p:nvSpPr>
        <p:spPr>
          <a:xfrm>
            <a:off x="5679188" y="2563486"/>
            <a:ext cx="3780830" cy="2075259"/>
          </a:xfrm>
          <a:prstGeom prst="rect">
            <a:avLst/>
          </a:prstGeom>
          <a:noFill/>
          <a:ln/>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ts val="2700"/>
              </a:lnSpc>
              <a:buNone/>
            </a:pPr>
            <a:r>
              <a:rPr lang="en-US" sz="1700" kern="0" spc="-34" dirty="0">
                <a:solidFill>
                  <a:srgbClr val="2B2E3C"/>
                </a:solidFill>
                <a:latin typeface="Open Sans" pitchFamily="34" charset="0"/>
                <a:ea typeface="Open Sans" pitchFamily="34" charset="-122"/>
                <a:cs typeface="Open Sans" pitchFamily="34" charset="-120"/>
              </a:rPr>
              <a:t>This app provides an engaging experience with customizable themes for personalization, performance tracking to measure progress, and real-time responsiveness with animations and motion controls.</a:t>
            </a:r>
            <a:endParaRPr lang="en-US" sz="1700" dirty="0"/>
          </a:p>
        </p:txBody>
      </p:sp>
      <p:sp>
        <p:nvSpPr>
          <p:cNvPr id="21" name="Shape 7">
            <a:extLst>
              <a:ext uri="{FF2B5EF4-FFF2-40B4-BE49-F238E27FC236}">
                <a16:creationId xmlns:a16="http://schemas.microsoft.com/office/drawing/2014/main" id="{8BAFB90F-20E4-08AE-F2F7-FAD5CFB264BB}"/>
              </a:ext>
            </a:extLst>
          </p:cNvPr>
          <p:cNvSpPr/>
          <p:nvPr/>
        </p:nvSpPr>
        <p:spPr>
          <a:xfrm>
            <a:off x="9671233" y="1787883"/>
            <a:ext cx="4228267" cy="2990136"/>
          </a:xfrm>
          <a:prstGeom prst="roundRect">
            <a:avLst>
              <a:gd name="adj" fmla="val 3037"/>
            </a:avLst>
          </a:prstGeom>
          <a:solidFill>
            <a:srgbClr val="D46B20"/>
          </a:solidFill>
          <a:ln/>
          <a:effectLst>
            <a:innerShdw blurRad="63500" dist="50800" dir="18900000">
              <a:prstClr val="black">
                <a:alpha val="50000"/>
              </a:prstClr>
            </a:innerShdw>
          </a:effectLst>
        </p:spPr>
        <p:style>
          <a:lnRef idx="1">
            <a:schemeClr val="accent5"/>
          </a:lnRef>
          <a:fillRef idx="2">
            <a:schemeClr val="accent5"/>
          </a:fillRef>
          <a:effectRef idx="1">
            <a:schemeClr val="accent5"/>
          </a:effectRef>
          <a:fontRef idx="minor">
            <a:schemeClr val="dk1"/>
          </a:fontRef>
        </p:style>
        <p:txBody>
          <a:bodyPr/>
          <a:lstStyle/>
          <a:p>
            <a:endParaRPr lang="en-IN" dirty="0"/>
          </a:p>
        </p:txBody>
      </p:sp>
      <p:sp>
        <p:nvSpPr>
          <p:cNvPr id="22" name="Text 8">
            <a:extLst>
              <a:ext uri="{FF2B5EF4-FFF2-40B4-BE49-F238E27FC236}">
                <a16:creationId xmlns:a16="http://schemas.microsoft.com/office/drawing/2014/main" id="{796546A2-9DCC-E9C3-AF6A-110F6BC8FC96}"/>
              </a:ext>
            </a:extLst>
          </p:cNvPr>
          <p:cNvSpPr/>
          <p:nvPr/>
        </p:nvSpPr>
        <p:spPr>
          <a:xfrm>
            <a:off x="10905166" y="2086433"/>
            <a:ext cx="2702600" cy="337780"/>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ts val="2650"/>
              </a:lnSpc>
              <a:buNone/>
            </a:pPr>
            <a:r>
              <a:rPr lang="en-US" sz="2100" kern="0" spc="-64" dirty="0">
                <a:solidFill>
                  <a:srgbClr val="2B2E3C"/>
                </a:solidFill>
                <a:latin typeface="Bitter Medium" pitchFamily="34" charset="0"/>
                <a:ea typeface="Bitter Medium" pitchFamily="34" charset="-122"/>
                <a:cs typeface="Bitter Medium" pitchFamily="34" charset="-120"/>
              </a:rPr>
              <a:t>Universal Appeal</a:t>
            </a:r>
            <a:endParaRPr lang="en-US" sz="2100" dirty="0"/>
          </a:p>
        </p:txBody>
      </p:sp>
      <p:sp>
        <p:nvSpPr>
          <p:cNvPr id="23" name="Text 9">
            <a:extLst>
              <a:ext uri="{FF2B5EF4-FFF2-40B4-BE49-F238E27FC236}">
                <a16:creationId xmlns:a16="http://schemas.microsoft.com/office/drawing/2014/main" id="{CE2E79F8-BD4A-7EAF-E1BF-C63A493ABAEE}"/>
              </a:ext>
            </a:extLst>
          </p:cNvPr>
          <p:cNvSpPr/>
          <p:nvPr/>
        </p:nvSpPr>
        <p:spPr>
          <a:xfrm>
            <a:off x="10252606" y="2757880"/>
            <a:ext cx="3780830" cy="691753"/>
          </a:xfrm>
          <a:prstGeom prst="rect">
            <a:avLst/>
          </a:prstGeom>
          <a:noFill/>
          <a:ln/>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ts val="2700"/>
              </a:lnSpc>
              <a:buNone/>
            </a:pPr>
            <a:r>
              <a:rPr lang="en-US" sz="1700" kern="0" spc="-34" dirty="0">
                <a:solidFill>
                  <a:srgbClr val="2B2E3C"/>
                </a:solidFill>
                <a:latin typeface="Open Sans" pitchFamily="34" charset="0"/>
                <a:ea typeface="Open Sans" pitchFamily="34" charset="-122"/>
                <a:cs typeface="Open Sans" pitchFamily="34" charset="-120"/>
              </a:rPr>
              <a:t>Suitable for all ages, from kids to adults.</a:t>
            </a:r>
            <a:endParaRPr lang="en-US" sz="1700" dirty="0"/>
          </a:p>
        </p:txBody>
      </p:sp>
    </p:spTree>
    <p:extLst>
      <p:ext uri="{BB962C8B-B14F-4D97-AF65-F5344CB8AC3E}">
        <p14:creationId xmlns:p14="http://schemas.microsoft.com/office/powerpoint/2010/main" val="30616556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p:nvPr/>
        </p:nvSpPr>
        <p:spPr>
          <a:xfrm>
            <a:off x="6175296" y="675799"/>
            <a:ext cx="4921329" cy="615077"/>
          </a:xfrm>
          <a:prstGeom prst="rect">
            <a:avLst/>
          </a:prstGeom>
          <a:noFill/>
          <a:ln/>
        </p:spPr>
        <p:txBody>
          <a:bodyPr wrap="none" lIns="0" tIns="0" rIns="0" bIns="0" rtlCol="0" anchor="t"/>
          <a:lstStyle/>
          <a:p>
            <a:pPr marL="0" indent="0">
              <a:lnSpc>
                <a:spcPts val="4800"/>
              </a:lnSpc>
              <a:buNone/>
            </a:pPr>
            <a:r>
              <a:rPr lang="en-US" sz="3850" kern="0" spc="-116" dirty="0">
                <a:solidFill>
                  <a:srgbClr val="2C3F42"/>
                </a:solidFill>
                <a:latin typeface="Bitter Medium" pitchFamily="34" charset="0"/>
                <a:ea typeface="Bitter Medium" pitchFamily="34" charset="-122"/>
                <a:cs typeface="Bitter Medium" pitchFamily="34" charset="-120"/>
              </a:rPr>
              <a:t>Frameworks Used</a:t>
            </a:r>
            <a:endParaRPr lang="en-US" sz="3850" dirty="0"/>
          </a:p>
        </p:txBody>
      </p:sp>
      <p:pic>
        <p:nvPicPr>
          <p:cNvPr id="4" name="Image 1" descr="preencoded.png"/>
          <p:cNvPicPr>
            <a:picLocks noChangeAspect="1"/>
          </p:cNvPicPr>
          <p:nvPr/>
        </p:nvPicPr>
        <p:blipFill>
          <a:blip r:embed="rId3"/>
          <a:stretch>
            <a:fillRect/>
          </a:stretch>
        </p:blipFill>
        <p:spPr>
          <a:xfrm>
            <a:off x="6175296" y="1586151"/>
            <a:ext cx="492085" cy="492085"/>
          </a:xfrm>
          <a:prstGeom prst="rect">
            <a:avLst/>
          </a:prstGeom>
        </p:spPr>
      </p:pic>
      <p:sp>
        <p:nvSpPr>
          <p:cNvPr id="5" name="Text 1"/>
          <p:cNvSpPr/>
          <p:nvPr/>
        </p:nvSpPr>
        <p:spPr>
          <a:xfrm>
            <a:off x="6175296" y="2275046"/>
            <a:ext cx="2460665" cy="307538"/>
          </a:xfrm>
          <a:prstGeom prst="rect">
            <a:avLst/>
          </a:prstGeom>
          <a:noFill/>
          <a:ln/>
        </p:spPr>
        <p:txBody>
          <a:bodyPr wrap="none" lIns="0" tIns="0" rIns="0" bIns="0" rtlCol="0" anchor="t"/>
          <a:lstStyle/>
          <a:p>
            <a:pPr marL="0" indent="0" algn="l">
              <a:lnSpc>
                <a:spcPts val="2400"/>
              </a:lnSpc>
              <a:buNone/>
            </a:pPr>
            <a:r>
              <a:rPr lang="en-US" sz="1900" kern="0" spc="-58" dirty="0">
                <a:solidFill>
                  <a:srgbClr val="2B2E3C"/>
                </a:solidFill>
                <a:latin typeface="Bitter Medium" pitchFamily="34" charset="0"/>
                <a:ea typeface="Bitter Medium" pitchFamily="34" charset="-122"/>
                <a:cs typeface="Bitter Medium" pitchFamily="34" charset="-120"/>
              </a:rPr>
              <a:t>SwiftUI</a:t>
            </a:r>
            <a:endParaRPr lang="en-US" sz="1900" dirty="0"/>
          </a:p>
        </p:txBody>
      </p:sp>
      <p:sp>
        <p:nvSpPr>
          <p:cNvPr id="6" name="Text 2"/>
          <p:cNvSpPr/>
          <p:nvPr/>
        </p:nvSpPr>
        <p:spPr>
          <a:xfrm>
            <a:off x="6175296" y="2700695"/>
            <a:ext cx="3735467" cy="1888808"/>
          </a:xfrm>
          <a:prstGeom prst="rect">
            <a:avLst/>
          </a:prstGeom>
          <a:noFill/>
          <a:ln/>
        </p:spPr>
        <p:txBody>
          <a:bodyPr wrap="square" lIns="0" tIns="0" rIns="0" bIns="0" rtlCol="0" anchor="t"/>
          <a:lstStyle/>
          <a:p>
            <a:pPr>
              <a:lnSpc>
                <a:spcPts val="2450"/>
              </a:lnSpc>
            </a:pPr>
            <a:r>
              <a:rPr lang="en-US" sz="1550" dirty="0">
                <a:latin typeface="Open Sans" panose="020B0606030504020204" pitchFamily="34" charset="0"/>
                <a:ea typeface="Open Sans" panose="020B0606030504020204" pitchFamily="34" charset="0"/>
                <a:cs typeface="Open Sans" panose="020B0606030504020204" pitchFamily="34" charset="0"/>
              </a:rPr>
              <a:t>Used For building a responsive and visually appealing UI</a:t>
            </a:r>
            <a:r>
              <a:rPr lang="en-US" sz="1600" dirty="0">
                <a:latin typeface="Open Sans" panose="020B0606030504020204" pitchFamily="34" charset="0"/>
                <a:ea typeface="Open Sans" panose="020B0606030504020204" pitchFamily="34" charset="0"/>
                <a:cs typeface="Open Sans" panose="020B0606030504020204" pitchFamily="34" charset="0"/>
              </a:rPr>
              <a:t>,</a:t>
            </a:r>
            <a:r>
              <a:rPr lang="en-US" sz="2800" dirty="0">
                <a:latin typeface="Open Sans" panose="020B0606030504020204" pitchFamily="34" charset="0"/>
                <a:ea typeface="Open Sans" panose="020B0606030504020204" pitchFamily="34" charset="0"/>
                <a:cs typeface="Open Sans" panose="020B0606030504020204" pitchFamily="34" charset="0"/>
              </a:rPr>
              <a:t> </a:t>
            </a:r>
            <a:r>
              <a:rPr lang="en-US" sz="1550" kern="0" spc="-31" dirty="0">
                <a:solidFill>
                  <a:srgbClr val="2B2E3C"/>
                </a:solidFill>
                <a:latin typeface="Open Sans" pitchFamily="34" charset="0"/>
                <a:ea typeface="Open Sans" pitchFamily="34" charset="-122"/>
                <a:cs typeface="Open Sans" pitchFamily="34" charset="-120"/>
              </a:rPr>
              <a:t>including EmojiMemoryGameView.swift, ThemeSelectionView.swift, ThemeEditorView.swift, and GameHistoryView.swift.</a:t>
            </a:r>
            <a:endParaRPr lang="en-US" sz="1550" dirty="0"/>
          </a:p>
        </p:txBody>
      </p:sp>
      <p:pic>
        <p:nvPicPr>
          <p:cNvPr id="7" name="Image 2" descr="preencoded.png"/>
          <p:cNvPicPr>
            <a:picLocks noChangeAspect="1"/>
          </p:cNvPicPr>
          <p:nvPr/>
        </p:nvPicPr>
        <p:blipFill>
          <a:blip r:embed="rId4"/>
          <a:stretch>
            <a:fillRect/>
          </a:stretch>
        </p:blipFill>
        <p:spPr>
          <a:xfrm>
            <a:off x="10206037" y="1586151"/>
            <a:ext cx="492085" cy="492085"/>
          </a:xfrm>
          <a:prstGeom prst="rect">
            <a:avLst/>
          </a:prstGeom>
        </p:spPr>
      </p:pic>
      <p:sp>
        <p:nvSpPr>
          <p:cNvPr id="8" name="Text 3"/>
          <p:cNvSpPr/>
          <p:nvPr/>
        </p:nvSpPr>
        <p:spPr>
          <a:xfrm>
            <a:off x="10206037" y="2275046"/>
            <a:ext cx="2460665" cy="307538"/>
          </a:xfrm>
          <a:prstGeom prst="rect">
            <a:avLst/>
          </a:prstGeom>
          <a:noFill/>
          <a:ln/>
        </p:spPr>
        <p:txBody>
          <a:bodyPr wrap="none" lIns="0" tIns="0" rIns="0" bIns="0" rtlCol="0" anchor="t"/>
          <a:lstStyle/>
          <a:p>
            <a:pPr marL="0" indent="0" algn="l">
              <a:lnSpc>
                <a:spcPts val="2400"/>
              </a:lnSpc>
              <a:buNone/>
            </a:pPr>
            <a:r>
              <a:rPr lang="en-US" sz="1900" kern="0" spc="-58" dirty="0">
                <a:solidFill>
                  <a:srgbClr val="2B2E3C"/>
                </a:solidFill>
                <a:latin typeface="Bitter Medium" pitchFamily="34" charset="0"/>
                <a:ea typeface="Bitter Medium" pitchFamily="34" charset="-122"/>
                <a:cs typeface="Bitter Medium" pitchFamily="34" charset="-120"/>
              </a:rPr>
              <a:t>SpriteKit</a:t>
            </a:r>
            <a:endParaRPr lang="en-US" sz="1900" dirty="0"/>
          </a:p>
        </p:txBody>
      </p:sp>
      <p:sp>
        <p:nvSpPr>
          <p:cNvPr id="9" name="Text 4"/>
          <p:cNvSpPr/>
          <p:nvPr/>
        </p:nvSpPr>
        <p:spPr>
          <a:xfrm>
            <a:off x="10206037" y="2700695"/>
            <a:ext cx="3735467" cy="1259205"/>
          </a:xfrm>
          <a:prstGeom prst="rect">
            <a:avLst/>
          </a:prstGeom>
          <a:noFill/>
          <a:ln/>
        </p:spPr>
        <p:txBody>
          <a:bodyPr wrap="square" lIns="0" tIns="0" rIns="0" bIns="0" rtlCol="0" anchor="t"/>
          <a:lstStyle/>
          <a:p>
            <a:pPr marL="0" indent="0" algn="l">
              <a:lnSpc>
                <a:spcPts val="2450"/>
              </a:lnSpc>
              <a:buNone/>
            </a:pPr>
            <a:r>
              <a:rPr lang="en-US" sz="1550" kern="0" spc="-31" dirty="0">
                <a:solidFill>
                  <a:srgbClr val="2B2E3C"/>
                </a:solidFill>
                <a:latin typeface="Open Sans" pitchFamily="34" charset="0"/>
                <a:ea typeface="Open Sans" pitchFamily="34" charset="-122"/>
                <a:cs typeface="Open Sans" pitchFamily="34" charset="-120"/>
              </a:rPr>
              <a:t>Adds visual effects and animations to cards, particularly for moving cards off-screen when removed. Implemented in SpriteCard.swift.</a:t>
            </a:r>
            <a:endParaRPr lang="en-US" sz="1550" dirty="0"/>
          </a:p>
        </p:txBody>
      </p:sp>
      <p:pic>
        <p:nvPicPr>
          <p:cNvPr id="10" name="Image 3" descr="preencoded.png"/>
          <p:cNvPicPr>
            <a:picLocks noChangeAspect="1"/>
          </p:cNvPicPr>
          <p:nvPr/>
        </p:nvPicPr>
        <p:blipFill>
          <a:blip r:embed="rId5"/>
          <a:stretch>
            <a:fillRect/>
          </a:stretch>
        </p:blipFill>
        <p:spPr>
          <a:xfrm>
            <a:off x="6175296" y="4795041"/>
            <a:ext cx="492085" cy="492085"/>
          </a:xfrm>
          <a:prstGeom prst="rect">
            <a:avLst/>
          </a:prstGeom>
        </p:spPr>
      </p:pic>
      <p:sp>
        <p:nvSpPr>
          <p:cNvPr id="11" name="Text 5"/>
          <p:cNvSpPr/>
          <p:nvPr/>
        </p:nvSpPr>
        <p:spPr>
          <a:xfrm>
            <a:off x="6175296" y="5364599"/>
            <a:ext cx="2460665" cy="307538"/>
          </a:xfrm>
          <a:prstGeom prst="rect">
            <a:avLst/>
          </a:prstGeom>
          <a:noFill/>
          <a:ln/>
        </p:spPr>
        <p:txBody>
          <a:bodyPr wrap="none" lIns="0" tIns="0" rIns="0" bIns="0" rtlCol="0" anchor="t"/>
          <a:lstStyle/>
          <a:p>
            <a:pPr marL="0" indent="0" algn="l">
              <a:lnSpc>
                <a:spcPts val="2400"/>
              </a:lnSpc>
              <a:buNone/>
            </a:pPr>
            <a:r>
              <a:rPr lang="en-US" sz="1900" kern="0" spc="-58" dirty="0">
                <a:solidFill>
                  <a:srgbClr val="2B2E3C"/>
                </a:solidFill>
                <a:latin typeface="Bitter Medium" pitchFamily="34" charset="0"/>
                <a:ea typeface="Bitter Medium" pitchFamily="34" charset="-122"/>
                <a:cs typeface="Bitter Medium" pitchFamily="34" charset="-120"/>
              </a:rPr>
              <a:t>Combine</a:t>
            </a:r>
            <a:endParaRPr lang="en-US" sz="1900" dirty="0"/>
          </a:p>
        </p:txBody>
      </p:sp>
      <p:sp>
        <p:nvSpPr>
          <p:cNvPr id="12" name="Text 6"/>
          <p:cNvSpPr/>
          <p:nvPr/>
        </p:nvSpPr>
        <p:spPr>
          <a:xfrm>
            <a:off x="6175296" y="5765207"/>
            <a:ext cx="3735467" cy="1259205"/>
          </a:xfrm>
          <a:prstGeom prst="rect">
            <a:avLst/>
          </a:prstGeom>
          <a:noFill/>
          <a:ln/>
        </p:spPr>
        <p:txBody>
          <a:bodyPr wrap="square" lIns="0" tIns="0" rIns="0" bIns="0" rtlCol="0" anchor="t"/>
          <a:lstStyle/>
          <a:p>
            <a:pPr marL="0" indent="0" algn="l">
              <a:lnSpc>
                <a:spcPts val="2450"/>
              </a:lnSpc>
              <a:buNone/>
            </a:pPr>
            <a:r>
              <a:rPr lang="en-US" sz="1550" kern="0" spc="-31" dirty="0">
                <a:solidFill>
                  <a:srgbClr val="2B2E3C"/>
                </a:solidFill>
                <a:latin typeface="Open Sans" pitchFamily="34" charset="0"/>
                <a:ea typeface="Open Sans" pitchFamily="34" charset="-122"/>
                <a:cs typeface="Open Sans" pitchFamily="34" charset="-120"/>
              </a:rPr>
              <a:t>Manages asynchronous data streams</a:t>
            </a:r>
            <a:r>
              <a:rPr lang="en-IN" sz="2800" dirty="0"/>
              <a:t> </a:t>
            </a:r>
            <a:r>
              <a:rPr lang="en-IN" sz="1550" dirty="0">
                <a:latin typeface="Open Sans" panose="020B0606030504020204" pitchFamily="34" charset="0"/>
                <a:ea typeface="Open Sans" panose="020B0606030504020204" pitchFamily="34" charset="0"/>
                <a:cs typeface="Open Sans" panose="020B0606030504020204" pitchFamily="34" charset="0"/>
              </a:rPr>
              <a:t>(e.g., timer).</a:t>
            </a:r>
            <a:r>
              <a:rPr lang="en-US" sz="1550" kern="0" spc="-31" dirty="0">
                <a:solidFill>
                  <a:srgbClr val="2B2E3C"/>
                </a:solidFill>
                <a:latin typeface="Open Sans" panose="020B0606030504020204" pitchFamily="34" charset="0"/>
                <a:ea typeface="Open Sans" panose="020B0606030504020204" pitchFamily="34" charset="0"/>
                <a:cs typeface="Open Sans" panose="020B0606030504020204" pitchFamily="34" charset="0"/>
              </a:rPr>
              <a:t> </a:t>
            </a:r>
            <a:r>
              <a:rPr lang="en-US" sz="1550" kern="0" spc="-31" dirty="0">
                <a:solidFill>
                  <a:srgbClr val="2B2E3C"/>
                </a:solidFill>
                <a:latin typeface="Open Sans" pitchFamily="34" charset="0"/>
                <a:ea typeface="Open Sans" pitchFamily="34" charset="-122"/>
                <a:cs typeface="Open Sans" pitchFamily="34" charset="-120"/>
              </a:rPr>
              <a:t>and state updates, specifically for tracking elapsed game time in EmojiMemoryGameViewModel.swift.</a:t>
            </a:r>
            <a:endParaRPr lang="en-US" sz="1550" dirty="0"/>
          </a:p>
        </p:txBody>
      </p:sp>
      <p:pic>
        <p:nvPicPr>
          <p:cNvPr id="13" name="Image 4" descr="preencoded.png"/>
          <p:cNvPicPr>
            <a:picLocks noChangeAspect="1"/>
          </p:cNvPicPr>
          <p:nvPr/>
        </p:nvPicPr>
        <p:blipFill>
          <a:blip r:embed="rId6"/>
          <a:stretch>
            <a:fillRect/>
          </a:stretch>
        </p:blipFill>
        <p:spPr>
          <a:xfrm>
            <a:off x="10206037" y="4100745"/>
            <a:ext cx="492085" cy="492085"/>
          </a:xfrm>
          <a:prstGeom prst="rect">
            <a:avLst/>
          </a:prstGeom>
        </p:spPr>
      </p:pic>
      <p:sp>
        <p:nvSpPr>
          <p:cNvPr id="14" name="Text 7"/>
          <p:cNvSpPr/>
          <p:nvPr/>
        </p:nvSpPr>
        <p:spPr>
          <a:xfrm>
            <a:off x="10206037" y="4641272"/>
            <a:ext cx="2460665" cy="307538"/>
          </a:xfrm>
          <a:prstGeom prst="rect">
            <a:avLst/>
          </a:prstGeom>
          <a:noFill/>
          <a:ln/>
        </p:spPr>
        <p:txBody>
          <a:bodyPr wrap="none" lIns="0" tIns="0" rIns="0" bIns="0" rtlCol="0" anchor="t"/>
          <a:lstStyle/>
          <a:p>
            <a:pPr marL="0" indent="0" algn="l">
              <a:lnSpc>
                <a:spcPts val="2400"/>
              </a:lnSpc>
              <a:buNone/>
            </a:pPr>
            <a:r>
              <a:rPr lang="en-US" sz="1900" kern="0" spc="-58" dirty="0">
                <a:solidFill>
                  <a:srgbClr val="2B2E3C"/>
                </a:solidFill>
                <a:latin typeface="Bitter Medium" pitchFamily="34" charset="0"/>
                <a:ea typeface="Bitter Medium" pitchFamily="34" charset="-122"/>
                <a:cs typeface="Bitter Medium" pitchFamily="34" charset="-120"/>
              </a:rPr>
              <a:t>CoreMotion</a:t>
            </a:r>
            <a:endParaRPr lang="en-US" sz="1900" dirty="0"/>
          </a:p>
        </p:txBody>
      </p:sp>
      <p:sp>
        <p:nvSpPr>
          <p:cNvPr id="15" name="Text 8"/>
          <p:cNvSpPr/>
          <p:nvPr/>
        </p:nvSpPr>
        <p:spPr>
          <a:xfrm>
            <a:off x="10206037" y="4958109"/>
            <a:ext cx="3735467" cy="944404"/>
          </a:xfrm>
          <a:prstGeom prst="rect">
            <a:avLst/>
          </a:prstGeom>
          <a:noFill/>
          <a:ln/>
        </p:spPr>
        <p:txBody>
          <a:bodyPr wrap="square" lIns="0" tIns="0" rIns="0" bIns="0" rtlCol="0" anchor="t"/>
          <a:lstStyle/>
          <a:p>
            <a:pPr marL="0" indent="0" algn="l">
              <a:lnSpc>
                <a:spcPts val="2450"/>
              </a:lnSpc>
              <a:buNone/>
            </a:pPr>
            <a:r>
              <a:rPr lang="en-US" sz="1550" kern="0" spc="-31" dirty="0">
                <a:solidFill>
                  <a:srgbClr val="2B2E3C"/>
                </a:solidFill>
                <a:latin typeface="Open Sans" pitchFamily="34" charset="0"/>
                <a:ea typeface="Open Sans" pitchFamily="34" charset="-122"/>
                <a:cs typeface="Open Sans" pitchFamily="34" charset="-120"/>
              </a:rPr>
              <a:t>Uses accelerometer data to reset the game via motion gestures, implemented in EmojiMemoryGameView.swift.</a:t>
            </a:r>
          </a:p>
          <a:p>
            <a:pPr marL="0" indent="0" algn="l">
              <a:lnSpc>
                <a:spcPts val="2450"/>
              </a:lnSpc>
              <a:buNone/>
            </a:pPr>
            <a:endParaRPr lang="en-US" sz="1550" kern="0" spc="-31" dirty="0">
              <a:solidFill>
                <a:srgbClr val="2B2E3C"/>
              </a:solidFill>
              <a:latin typeface="Open Sans" pitchFamily="34" charset="0"/>
              <a:ea typeface="Open Sans" pitchFamily="34" charset="-122"/>
              <a:cs typeface="Open Sans" pitchFamily="34" charset="-120"/>
            </a:endParaRPr>
          </a:p>
          <a:p>
            <a:pPr marL="0" indent="0" algn="l">
              <a:lnSpc>
                <a:spcPts val="2450"/>
              </a:lnSpc>
              <a:buNone/>
            </a:pPr>
            <a:endParaRPr lang="en-IN" sz="1900" dirty="0">
              <a:latin typeface="Bitter Medium" panose="020B0604020202020204" charset="0"/>
              <a:ea typeface="Open Sans" panose="020B0606030504020204" pitchFamily="34" charset="0"/>
              <a:cs typeface="Open Sans" panose="020B0606030504020204" pitchFamily="34" charset="0"/>
            </a:endParaRPr>
          </a:p>
          <a:p>
            <a:pPr marL="0" indent="0" algn="l">
              <a:lnSpc>
                <a:spcPts val="2450"/>
              </a:lnSpc>
              <a:buNone/>
            </a:pPr>
            <a:r>
              <a:rPr lang="en-IN" sz="1900" dirty="0">
                <a:latin typeface="Bitter Medium" panose="020B0604020202020204" charset="0"/>
                <a:ea typeface="Open Sans" panose="020B0606030504020204" pitchFamily="34" charset="0"/>
                <a:cs typeface="Open Sans" panose="020B0606030504020204" pitchFamily="34" charset="0"/>
              </a:rPr>
              <a:t>Charts</a:t>
            </a:r>
          </a:p>
          <a:p>
            <a:pPr marL="0" indent="0" algn="l">
              <a:lnSpc>
                <a:spcPts val="2450"/>
              </a:lnSpc>
              <a:buNone/>
            </a:pPr>
            <a:r>
              <a:rPr lang="pt-BR" sz="1550" dirty="0">
                <a:latin typeface="Open Sans" panose="020B0606030504020204" pitchFamily="34" charset="0"/>
                <a:ea typeface="Open Sans" panose="020B0606030504020204" pitchFamily="34" charset="0"/>
                <a:cs typeface="Open Sans" panose="020B0606030504020204" pitchFamily="34" charset="0"/>
              </a:rPr>
              <a:t>Visualizes performance metrics (iOS 16+).</a:t>
            </a:r>
            <a:endParaRPr lang="en-US" sz="1550" dirty="0">
              <a:latin typeface="Open Sans" panose="020B0606030504020204" pitchFamily="34" charset="0"/>
              <a:ea typeface="Open Sans" panose="020B0606030504020204" pitchFamily="34" charset="0"/>
              <a:cs typeface="Open Sans" panose="020B0606030504020204" pitchFamily="34" charset="0"/>
            </a:endParaRPr>
          </a:p>
        </p:txBody>
      </p:sp>
      <p:sp>
        <p:nvSpPr>
          <p:cNvPr id="16" name="TextBox 15">
            <a:extLst>
              <a:ext uri="{FF2B5EF4-FFF2-40B4-BE49-F238E27FC236}">
                <a16:creationId xmlns:a16="http://schemas.microsoft.com/office/drawing/2014/main" id="{DE11288B-A75F-3B04-3EEF-8D1E2C686FD2}"/>
              </a:ext>
            </a:extLst>
          </p:cNvPr>
          <p:cNvSpPr txBox="1"/>
          <p:nvPr/>
        </p:nvSpPr>
        <p:spPr>
          <a:xfrm>
            <a:off x="6175296" y="7239000"/>
            <a:ext cx="184731" cy="369332"/>
          </a:xfrm>
          <a:prstGeom prst="rect">
            <a:avLst/>
          </a:prstGeom>
          <a:noFill/>
        </p:spPr>
        <p:txBody>
          <a:bodyPr wrap="none" rtlCol="0">
            <a:spAutoFit/>
          </a:bodyPr>
          <a:lstStyle/>
          <a:p>
            <a:endParaRPr lang="en-IN" dirty="0"/>
          </a:p>
        </p:txBody>
      </p:sp>
      <p:pic>
        <p:nvPicPr>
          <p:cNvPr id="26" name="Picture 25">
            <a:extLst>
              <a:ext uri="{FF2B5EF4-FFF2-40B4-BE49-F238E27FC236}">
                <a16:creationId xmlns:a16="http://schemas.microsoft.com/office/drawing/2014/main" id="{1A9F473A-2714-615A-303E-1E0D5213AC4F}"/>
              </a:ext>
            </a:extLst>
          </p:cNvPr>
          <p:cNvPicPr>
            <a:picLocks noChangeAspect="1"/>
          </p:cNvPicPr>
          <p:nvPr/>
        </p:nvPicPr>
        <p:blipFill>
          <a:blip r:embed="rId7"/>
          <a:stretch>
            <a:fillRect/>
          </a:stretch>
        </p:blipFill>
        <p:spPr>
          <a:xfrm>
            <a:off x="494438" y="826844"/>
            <a:ext cx="5473661" cy="6523444"/>
          </a:xfrm>
          <a:prstGeom prst="rect">
            <a:avLst/>
          </a:prstGeom>
        </p:spPr>
      </p:pic>
      <p:sp>
        <p:nvSpPr>
          <p:cNvPr id="22" name="AutoShape 2" descr="A logo of a bar chart in the same orange color as the given image. The chart should be simple, modern, and flat, featuring three ascending bars, each with slight variation in height, and a clean background.">
            <a:extLst>
              <a:ext uri="{FF2B5EF4-FFF2-40B4-BE49-F238E27FC236}">
                <a16:creationId xmlns:a16="http://schemas.microsoft.com/office/drawing/2014/main" id="{763D5CB6-73F7-8469-9D14-645EB7D8AAC0}"/>
              </a:ext>
            </a:extLst>
          </p:cNvPr>
          <p:cNvSpPr>
            <a:spLocks noChangeAspect="1" noChangeArrowheads="1"/>
          </p:cNvSpPr>
          <p:nvPr/>
        </p:nvSpPr>
        <p:spPr bwMode="auto">
          <a:xfrm>
            <a:off x="7162800" y="3962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46" name="Picture 45" descr="A black background with orange lines&#10;&#10;Description automatically generated">
            <a:extLst>
              <a:ext uri="{FF2B5EF4-FFF2-40B4-BE49-F238E27FC236}">
                <a16:creationId xmlns:a16="http://schemas.microsoft.com/office/drawing/2014/main" id="{32ED548F-8693-7B1F-E697-F2C6891AA854}"/>
              </a:ext>
            </a:extLst>
          </p:cNvPr>
          <p:cNvPicPr>
            <a:picLocks noChangeAspect="1"/>
          </p:cNvPicPr>
          <p:nvPr/>
        </p:nvPicPr>
        <p:blipFill>
          <a:blip r:embed="rId8"/>
          <a:stretch>
            <a:fillRect/>
          </a:stretch>
        </p:blipFill>
        <p:spPr>
          <a:xfrm>
            <a:off x="10009166" y="5787266"/>
            <a:ext cx="885825" cy="88582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C8268401-1BBC-04CB-D362-30CFA2D28F74}"/>
              </a:ext>
            </a:extLst>
          </p:cNvPr>
          <p:cNvSpPr/>
          <p:nvPr/>
        </p:nvSpPr>
        <p:spPr>
          <a:xfrm>
            <a:off x="793790" y="1006197"/>
            <a:ext cx="5670590" cy="708779"/>
          </a:xfrm>
          <a:prstGeom prst="rect">
            <a:avLst/>
          </a:prstGeom>
          <a:noFill/>
          <a:ln/>
        </p:spPr>
        <p:txBody>
          <a:bodyPr wrap="none" lIns="0" tIns="0" rIns="0" bIns="0" rtlCol="0" anchor="t"/>
          <a:lstStyle/>
          <a:p>
            <a:pPr marL="0" indent="0">
              <a:lnSpc>
                <a:spcPts val="5550"/>
              </a:lnSpc>
              <a:buNone/>
            </a:pPr>
            <a:r>
              <a:rPr lang="en-IN" sz="4450" dirty="0">
                <a:latin typeface="Fraunces Extra Bold" panose="020B0604020202020204" charset="0"/>
              </a:rPr>
              <a:t>Project Architecture</a:t>
            </a:r>
            <a:endParaRPr lang="en-US" sz="4450" dirty="0">
              <a:latin typeface="Fraunces Extra Bold" panose="020B0604020202020204" charset="0"/>
            </a:endParaRPr>
          </a:p>
        </p:txBody>
      </p:sp>
      <p:pic>
        <p:nvPicPr>
          <p:cNvPr id="3" name="Image 0" descr="preencoded.png">
            <a:extLst>
              <a:ext uri="{FF2B5EF4-FFF2-40B4-BE49-F238E27FC236}">
                <a16:creationId xmlns:a16="http://schemas.microsoft.com/office/drawing/2014/main" id="{269743CB-9763-5DA0-A1F8-889865F8FA98}"/>
              </a:ext>
            </a:extLst>
          </p:cNvPr>
          <p:cNvPicPr>
            <a:picLocks noChangeAspect="1"/>
          </p:cNvPicPr>
          <p:nvPr/>
        </p:nvPicPr>
        <p:blipFill>
          <a:blip r:embed="rId2"/>
          <a:stretch>
            <a:fillRect/>
          </a:stretch>
        </p:blipFill>
        <p:spPr>
          <a:xfrm>
            <a:off x="793790" y="2168604"/>
            <a:ext cx="566976" cy="566976"/>
          </a:xfrm>
          <a:prstGeom prst="rect">
            <a:avLst/>
          </a:prstGeom>
        </p:spPr>
      </p:pic>
      <p:sp>
        <p:nvSpPr>
          <p:cNvPr id="4" name="Text 1">
            <a:extLst>
              <a:ext uri="{FF2B5EF4-FFF2-40B4-BE49-F238E27FC236}">
                <a16:creationId xmlns:a16="http://schemas.microsoft.com/office/drawing/2014/main" id="{42C0E97D-A89B-4B84-89A1-DAC3009125F5}"/>
              </a:ext>
            </a:extLst>
          </p:cNvPr>
          <p:cNvSpPr/>
          <p:nvPr/>
        </p:nvSpPr>
        <p:spPr>
          <a:xfrm>
            <a:off x="793790" y="2962394"/>
            <a:ext cx="3005495" cy="708660"/>
          </a:xfrm>
          <a:prstGeom prst="rect">
            <a:avLst/>
          </a:prstGeom>
          <a:noFill/>
          <a:ln/>
        </p:spPr>
        <p:txBody>
          <a:bodyPr wrap="square" lIns="0" tIns="0" rIns="0" bIns="0" rtlCol="0" anchor="t"/>
          <a:lstStyle/>
          <a:p>
            <a:pPr marL="0" indent="0" algn="l">
              <a:lnSpc>
                <a:spcPts val="2750"/>
              </a:lnSpc>
              <a:buNone/>
            </a:pPr>
            <a:r>
              <a:rPr lang="en-IN" sz="2200" b="1" dirty="0">
                <a:solidFill>
                  <a:srgbClr val="405449"/>
                </a:solidFill>
                <a:latin typeface="Fraunces Extra Bold" panose="020B0604020202020204" charset="0"/>
              </a:rPr>
              <a:t>MemoryGame.swift</a:t>
            </a:r>
            <a:endParaRPr lang="en-US" sz="2200" b="1" dirty="0">
              <a:solidFill>
                <a:srgbClr val="405449"/>
              </a:solidFill>
              <a:latin typeface="Fraunces Extra Bold" panose="020B0604020202020204" charset="0"/>
            </a:endParaRPr>
          </a:p>
        </p:txBody>
      </p:sp>
      <p:sp>
        <p:nvSpPr>
          <p:cNvPr id="5" name="Text 2">
            <a:extLst>
              <a:ext uri="{FF2B5EF4-FFF2-40B4-BE49-F238E27FC236}">
                <a16:creationId xmlns:a16="http://schemas.microsoft.com/office/drawing/2014/main" id="{0094C384-ACB2-18B1-40D8-495C3670DC94}"/>
              </a:ext>
            </a:extLst>
          </p:cNvPr>
          <p:cNvSpPr/>
          <p:nvPr/>
        </p:nvSpPr>
        <p:spPr>
          <a:xfrm>
            <a:off x="793790" y="3666593"/>
            <a:ext cx="3005495" cy="725805"/>
          </a:xfrm>
          <a:prstGeom prst="rect">
            <a:avLst/>
          </a:prstGeom>
          <a:noFill/>
          <a:ln/>
        </p:spPr>
        <p:txBody>
          <a:bodyPr wrap="square" lIns="0" tIns="0" rIns="0" bIns="0" rtlCol="0" anchor="t"/>
          <a:lstStyle/>
          <a:p>
            <a:pPr marL="0" indent="0" algn="l">
              <a:lnSpc>
                <a:spcPts val="2850"/>
              </a:lnSpc>
              <a:buNone/>
            </a:pPr>
            <a:r>
              <a:rPr lang="en-IN" sz="1750" dirty="0">
                <a:solidFill>
                  <a:srgbClr val="405449"/>
                </a:solidFill>
                <a:latin typeface="Nobile" panose="020B0604020202020204" charset="0"/>
              </a:rPr>
              <a:t>Core game logic</a:t>
            </a:r>
            <a:r>
              <a:rPr lang="en-US" sz="1750" dirty="0">
                <a:solidFill>
                  <a:srgbClr val="405449"/>
                </a:solidFill>
                <a:latin typeface="Nobile" panose="020B0604020202020204" charset="0"/>
                <a:ea typeface="Nobile" pitchFamily="34" charset="-122"/>
                <a:cs typeface="Nobile" pitchFamily="34" charset="-120"/>
              </a:rPr>
              <a:t>.</a:t>
            </a:r>
            <a:endParaRPr lang="en-US" sz="1750" dirty="0">
              <a:solidFill>
                <a:srgbClr val="405449"/>
              </a:solidFill>
              <a:latin typeface="Nobile" panose="020B0604020202020204" charset="0"/>
            </a:endParaRPr>
          </a:p>
        </p:txBody>
      </p:sp>
      <p:pic>
        <p:nvPicPr>
          <p:cNvPr id="6" name="Image 1" descr="preencoded.png">
            <a:extLst>
              <a:ext uri="{FF2B5EF4-FFF2-40B4-BE49-F238E27FC236}">
                <a16:creationId xmlns:a16="http://schemas.microsoft.com/office/drawing/2014/main" id="{39F25712-4557-A728-33B3-BD6D77ABE671}"/>
              </a:ext>
            </a:extLst>
          </p:cNvPr>
          <p:cNvPicPr>
            <a:picLocks noChangeAspect="1"/>
          </p:cNvPicPr>
          <p:nvPr/>
        </p:nvPicPr>
        <p:blipFill>
          <a:blip r:embed="rId3"/>
          <a:stretch>
            <a:fillRect/>
          </a:stretch>
        </p:blipFill>
        <p:spPr>
          <a:xfrm>
            <a:off x="7485221" y="2168604"/>
            <a:ext cx="566976" cy="566976"/>
          </a:xfrm>
          <a:prstGeom prst="rect">
            <a:avLst/>
          </a:prstGeom>
        </p:spPr>
      </p:pic>
      <p:sp>
        <p:nvSpPr>
          <p:cNvPr id="7" name="Text 3">
            <a:extLst>
              <a:ext uri="{FF2B5EF4-FFF2-40B4-BE49-F238E27FC236}">
                <a16:creationId xmlns:a16="http://schemas.microsoft.com/office/drawing/2014/main" id="{EBC8DA8F-53A1-44C1-7730-D87108C99CAE}"/>
              </a:ext>
            </a:extLst>
          </p:cNvPr>
          <p:cNvSpPr/>
          <p:nvPr/>
        </p:nvSpPr>
        <p:spPr>
          <a:xfrm>
            <a:off x="3946358" y="2962394"/>
            <a:ext cx="3198702" cy="708660"/>
          </a:xfrm>
          <a:prstGeom prst="rect">
            <a:avLst/>
          </a:prstGeom>
          <a:noFill/>
          <a:ln/>
        </p:spPr>
        <p:txBody>
          <a:bodyPr wrap="square" lIns="0" tIns="0" rIns="0" bIns="0" rtlCol="0" anchor="t"/>
          <a:lstStyle/>
          <a:p>
            <a:pPr marL="0" indent="0" algn="l">
              <a:lnSpc>
                <a:spcPts val="2750"/>
              </a:lnSpc>
              <a:buNone/>
            </a:pPr>
            <a:r>
              <a:rPr lang="en-IN" sz="1750" b="1" dirty="0">
                <a:solidFill>
                  <a:srgbClr val="405449"/>
                </a:solidFill>
                <a:latin typeface="Nobile" panose="020B0604020202020204" charset="0"/>
              </a:rPr>
              <a:t>EmojiMemoryGameView.swift</a:t>
            </a:r>
            <a:endParaRPr lang="en-US" sz="1750" b="1" dirty="0">
              <a:solidFill>
                <a:srgbClr val="405449"/>
              </a:solidFill>
              <a:latin typeface="Nobile" panose="020B0604020202020204" charset="0"/>
            </a:endParaRPr>
          </a:p>
        </p:txBody>
      </p:sp>
      <p:sp>
        <p:nvSpPr>
          <p:cNvPr id="8" name="Text 4">
            <a:extLst>
              <a:ext uri="{FF2B5EF4-FFF2-40B4-BE49-F238E27FC236}">
                <a16:creationId xmlns:a16="http://schemas.microsoft.com/office/drawing/2014/main" id="{14F31F61-32BE-1944-9CD4-50CC2793E33E}"/>
              </a:ext>
            </a:extLst>
          </p:cNvPr>
          <p:cNvSpPr/>
          <p:nvPr/>
        </p:nvSpPr>
        <p:spPr>
          <a:xfrm>
            <a:off x="4139446" y="3662132"/>
            <a:ext cx="3005614" cy="725805"/>
          </a:xfrm>
          <a:prstGeom prst="rect">
            <a:avLst/>
          </a:prstGeom>
          <a:noFill/>
          <a:ln/>
        </p:spPr>
        <p:txBody>
          <a:bodyPr wrap="square" lIns="0" tIns="0" rIns="0" bIns="0" rtlCol="0" anchor="t"/>
          <a:lstStyle/>
          <a:p>
            <a:pPr marL="0" indent="0" algn="l">
              <a:lnSpc>
                <a:spcPts val="2850"/>
              </a:lnSpc>
              <a:buNone/>
            </a:pPr>
            <a:r>
              <a:rPr lang="en-IN" sz="1750" dirty="0">
                <a:solidFill>
                  <a:srgbClr val="405449"/>
                </a:solidFill>
                <a:latin typeface="Nobile" panose="020B0604020202020204" charset="0"/>
              </a:rPr>
              <a:t>Main game interface.</a:t>
            </a:r>
            <a:endParaRPr lang="en-US" sz="1750" dirty="0">
              <a:solidFill>
                <a:srgbClr val="405449"/>
              </a:solidFill>
              <a:latin typeface="Nobile" panose="020B0604020202020204" charset="0"/>
            </a:endParaRPr>
          </a:p>
        </p:txBody>
      </p:sp>
      <p:pic>
        <p:nvPicPr>
          <p:cNvPr id="9" name="Image 2" descr="preencoded.png">
            <a:extLst>
              <a:ext uri="{FF2B5EF4-FFF2-40B4-BE49-F238E27FC236}">
                <a16:creationId xmlns:a16="http://schemas.microsoft.com/office/drawing/2014/main" id="{45F3B4DD-6082-5687-116F-2DD7AF7A9152}"/>
              </a:ext>
            </a:extLst>
          </p:cNvPr>
          <p:cNvPicPr>
            <a:picLocks noChangeAspect="1"/>
          </p:cNvPicPr>
          <p:nvPr/>
        </p:nvPicPr>
        <p:blipFill>
          <a:blip r:embed="rId4"/>
          <a:stretch>
            <a:fillRect/>
          </a:stretch>
        </p:blipFill>
        <p:spPr>
          <a:xfrm>
            <a:off x="4139446" y="2168604"/>
            <a:ext cx="566976" cy="566976"/>
          </a:xfrm>
          <a:prstGeom prst="rect">
            <a:avLst/>
          </a:prstGeom>
        </p:spPr>
      </p:pic>
      <p:sp>
        <p:nvSpPr>
          <p:cNvPr id="10" name="Text 5">
            <a:extLst>
              <a:ext uri="{FF2B5EF4-FFF2-40B4-BE49-F238E27FC236}">
                <a16:creationId xmlns:a16="http://schemas.microsoft.com/office/drawing/2014/main" id="{600CFCF5-D9C7-9CC7-1C85-A16E7E766C18}"/>
              </a:ext>
            </a:extLst>
          </p:cNvPr>
          <p:cNvSpPr/>
          <p:nvPr/>
        </p:nvSpPr>
        <p:spPr>
          <a:xfrm>
            <a:off x="7485221" y="2962394"/>
            <a:ext cx="3005614" cy="708660"/>
          </a:xfrm>
          <a:prstGeom prst="rect">
            <a:avLst/>
          </a:prstGeom>
          <a:noFill/>
          <a:ln/>
        </p:spPr>
        <p:txBody>
          <a:bodyPr wrap="square" lIns="0" tIns="0" rIns="0" bIns="0" rtlCol="0" anchor="t"/>
          <a:lstStyle/>
          <a:p>
            <a:pPr marL="0" indent="0" algn="l">
              <a:lnSpc>
                <a:spcPts val="2750"/>
              </a:lnSpc>
              <a:buNone/>
            </a:pPr>
            <a:r>
              <a:rPr lang="en-IN" sz="1750" b="1" dirty="0">
                <a:solidFill>
                  <a:srgbClr val="405449"/>
                </a:solidFill>
                <a:latin typeface="Fraunces Extra Bold" panose="020B0604020202020204" charset="0"/>
              </a:rPr>
              <a:t>ThemeSelectionView.swift</a:t>
            </a:r>
            <a:endParaRPr lang="en-US" sz="1750" b="1" dirty="0">
              <a:solidFill>
                <a:srgbClr val="405449"/>
              </a:solidFill>
              <a:latin typeface="Fraunces Extra Bold" panose="020B0604020202020204" charset="0"/>
            </a:endParaRPr>
          </a:p>
        </p:txBody>
      </p:sp>
      <p:sp>
        <p:nvSpPr>
          <p:cNvPr id="11" name="Text 6">
            <a:extLst>
              <a:ext uri="{FF2B5EF4-FFF2-40B4-BE49-F238E27FC236}">
                <a16:creationId xmlns:a16="http://schemas.microsoft.com/office/drawing/2014/main" id="{DCDD8EC0-184B-D1D7-4B0E-924DA984E11E}"/>
              </a:ext>
            </a:extLst>
          </p:cNvPr>
          <p:cNvSpPr/>
          <p:nvPr/>
        </p:nvSpPr>
        <p:spPr>
          <a:xfrm>
            <a:off x="7485221" y="3676218"/>
            <a:ext cx="3005614" cy="725805"/>
          </a:xfrm>
          <a:prstGeom prst="rect">
            <a:avLst/>
          </a:prstGeom>
          <a:noFill/>
          <a:ln/>
        </p:spPr>
        <p:txBody>
          <a:bodyPr wrap="square" lIns="0" tIns="0" rIns="0" bIns="0" rtlCol="0" anchor="t"/>
          <a:lstStyle/>
          <a:p>
            <a:pPr marL="0" indent="0" algn="l">
              <a:lnSpc>
                <a:spcPts val="2850"/>
              </a:lnSpc>
              <a:buNone/>
            </a:pPr>
            <a:r>
              <a:rPr lang="en-IN" sz="1750" dirty="0">
                <a:solidFill>
                  <a:srgbClr val="405449"/>
                </a:solidFill>
                <a:latin typeface="Nobile" panose="020B0604020202020204" charset="0"/>
              </a:rPr>
              <a:t>Theme management screen.</a:t>
            </a:r>
            <a:endParaRPr lang="en-US" sz="1750" dirty="0">
              <a:solidFill>
                <a:srgbClr val="405449"/>
              </a:solidFill>
              <a:latin typeface="Nobile" panose="020B0604020202020204" charset="0"/>
            </a:endParaRPr>
          </a:p>
        </p:txBody>
      </p:sp>
      <p:pic>
        <p:nvPicPr>
          <p:cNvPr id="12" name="Image 3" descr="preencoded.png">
            <a:extLst>
              <a:ext uri="{FF2B5EF4-FFF2-40B4-BE49-F238E27FC236}">
                <a16:creationId xmlns:a16="http://schemas.microsoft.com/office/drawing/2014/main" id="{B69C2F11-334F-C7B9-381F-752F22516EA7}"/>
              </a:ext>
            </a:extLst>
          </p:cNvPr>
          <p:cNvPicPr>
            <a:picLocks noChangeAspect="1"/>
          </p:cNvPicPr>
          <p:nvPr/>
        </p:nvPicPr>
        <p:blipFill>
          <a:blip r:embed="rId5"/>
          <a:stretch>
            <a:fillRect/>
          </a:stretch>
        </p:blipFill>
        <p:spPr>
          <a:xfrm>
            <a:off x="10830997" y="2168604"/>
            <a:ext cx="566976" cy="566976"/>
          </a:xfrm>
          <a:prstGeom prst="rect">
            <a:avLst/>
          </a:prstGeom>
        </p:spPr>
      </p:pic>
      <p:sp>
        <p:nvSpPr>
          <p:cNvPr id="13" name="Text 7">
            <a:extLst>
              <a:ext uri="{FF2B5EF4-FFF2-40B4-BE49-F238E27FC236}">
                <a16:creationId xmlns:a16="http://schemas.microsoft.com/office/drawing/2014/main" id="{16B58AEA-17A5-4569-5D48-0FD92A7B0177}"/>
              </a:ext>
            </a:extLst>
          </p:cNvPr>
          <p:cNvSpPr/>
          <p:nvPr/>
        </p:nvSpPr>
        <p:spPr>
          <a:xfrm>
            <a:off x="10830997" y="2962394"/>
            <a:ext cx="3005614" cy="708660"/>
          </a:xfrm>
          <a:prstGeom prst="rect">
            <a:avLst/>
          </a:prstGeom>
          <a:noFill/>
          <a:ln/>
        </p:spPr>
        <p:txBody>
          <a:bodyPr wrap="square" lIns="0" tIns="0" rIns="0" bIns="0" rtlCol="0" anchor="t"/>
          <a:lstStyle/>
          <a:p>
            <a:pPr marL="0" indent="0" algn="l">
              <a:lnSpc>
                <a:spcPts val="2750"/>
              </a:lnSpc>
              <a:buNone/>
            </a:pPr>
            <a:r>
              <a:rPr lang="en-IN" sz="1750" b="1" dirty="0">
                <a:solidFill>
                  <a:srgbClr val="405449"/>
                </a:solidFill>
                <a:latin typeface="Fraunces Extra Bold" panose="020B0604020202020204" charset="0"/>
              </a:rPr>
              <a:t>GameHistoryView.swift</a:t>
            </a:r>
            <a:endParaRPr lang="en-US" sz="1750" b="1" dirty="0">
              <a:solidFill>
                <a:srgbClr val="405449"/>
              </a:solidFill>
              <a:latin typeface="Fraunces Extra Bold" panose="020B0604020202020204" charset="0"/>
            </a:endParaRPr>
          </a:p>
        </p:txBody>
      </p:sp>
      <p:sp>
        <p:nvSpPr>
          <p:cNvPr id="14" name="Text 8">
            <a:extLst>
              <a:ext uri="{FF2B5EF4-FFF2-40B4-BE49-F238E27FC236}">
                <a16:creationId xmlns:a16="http://schemas.microsoft.com/office/drawing/2014/main" id="{C62AF8CB-5701-04CB-2806-B45A72F90824}"/>
              </a:ext>
            </a:extLst>
          </p:cNvPr>
          <p:cNvSpPr/>
          <p:nvPr/>
        </p:nvSpPr>
        <p:spPr>
          <a:xfrm>
            <a:off x="10830997" y="3662132"/>
            <a:ext cx="3005614" cy="725805"/>
          </a:xfrm>
          <a:prstGeom prst="rect">
            <a:avLst/>
          </a:prstGeom>
          <a:noFill/>
          <a:ln/>
        </p:spPr>
        <p:txBody>
          <a:bodyPr wrap="square" lIns="0" tIns="0" rIns="0" bIns="0" rtlCol="0" anchor="t"/>
          <a:lstStyle/>
          <a:p>
            <a:pPr marL="0" indent="0" algn="l">
              <a:lnSpc>
                <a:spcPts val="2850"/>
              </a:lnSpc>
              <a:buNone/>
            </a:pPr>
            <a:r>
              <a:rPr lang="en-IN" sz="1750" dirty="0">
                <a:solidFill>
                  <a:srgbClr val="405449"/>
                </a:solidFill>
                <a:latin typeface="Nobile" panose="020B0604020202020204" charset="0"/>
              </a:rPr>
              <a:t>Displays performance trends.</a:t>
            </a:r>
            <a:endParaRPr lang="en-US" sz="1750" dirty="0">
              <a:solidFill>
                <a:srgbClr val="405449"/>
              </a:solidFill>
              <a:latin typeface="Nobile" panose="020B0604020202020204" charset="0"/>
            </a:endParaRPr>
          </a:p>
        </p:txBody>
      </p:sp>
      <p:pic>
        <p:nvPicPr>
          <p:cNvPr id="15" name="Image 4" descr="preencoded.png">
            <a:extLst>
              <a:ext uri="{FF2B5EF4-FFF2-40B4-BE49-F238E27FC236}">
                <a16:creationId xmlns:a16="http://schemas.microsoft.com/office/drawing/2014/main" id="{CF055BF4-9A49-26BA-8ED1-5B26BB72C74E}"/>
              </a:ext>
            </a:extLst>
          </p:cNvPr>
          <p:cNvPicPr>
            <a:picLocks noChangeAspect="1"/>
          </p:cNvPicPr>
          <p:nvPr/>
        </p:nvPicPr>
        <p:blipFill>
          <a:blip r:embed="rId6"/>
          <a:stretch>
            <a:fillRect/>
          </a:stretch>
        </p:blipFill>
        <p:spPr>
          <a:xfrm>
            <a:off x="793790" y="5213390"/>
            <a:ext cx="566976" cy="566976"/>
          </a:xfrm>
          <a:prstGeom prst="rect">
            <a:avLst/>
          </a:prstGeom>
        </p:spPr>
      </p:pic>
      <p:sp>
        <p:nvSpPr>
          <p:cNvPr id="16" name="Text 9">
            <a:extLst>
              <a:ext uri="{FF2B5EF4-FFF2-40B4-BE49-F238E27FC236}">
                <a16:creationId xmlns:a16="http://schemas.microsoft.com/office/drawing/2014/main" id="{79334879-7C00-851F-9E56-7226B20A4188}"/>
              </a:ext>
            </a:extLst>
          </p:cNvPr>
          <p:cNvSpPr/>
          <p:nvPr/>
        </p:nvSpPr>
        <p:spPr>
          <a:xfrm>
            <a:off x="793790" y="6007179"/>
            <a:ext cx="2835235" cy="354330"/>
          </a:xfrm>
          <a:prstGeom prst="rect">
            <a:avLst/>
          </a:prstGeom>
          <a:noFill/>
          <a:ln/>
        </p:spPr>
        <p:txBody>
          <a:bodyPr wrap="none" lIns="0" tIns="0" rIns="0" bIns="0" rtlCol="0" anchor="t"/>
          <a:lstStyle/>
          <a:p>
            <a:pPr marL="0" indent="0" algn="l">
              <a:lnSpc>
                <a:spcPts val="2750"/>
              </a:lnSpc>
              <a:buNone/>
            </a:pPr>
            <a:r>
              <a:rPr lang="en-IN" sz="1750" b="1" dirty="0">
                <a:solidFill>
                  <a:srgbClr val="405449"/>
                </a:solidFill>
                <a:latin typeface="Fraunces Extra Bold" panose="020B0604020202020204" charset="0"/>
              </a:rPr>
              <a:t>SpriteCard.swift</a:t>
            </a:r>
            <a:endParaRPr lang="en-US" sz="1750" b="1" dirty="0">
              <a:solidFill>
                <a:srgbClr val="405449"/>
              </a:solidFill>
              <a:latin typeface="Fraunces Extra Bold" panose="020B0604020202020204" charset="0"/>
            </a:endParaRPr>
          </a:p>
        </p:txBody>
      </p:sp>
      <p:sp>
        <p:nvSpPr>
          <p:cNvPr id="17" name="Text 10">
            <a:extLst>
              <a:ext uri="{FF2B5EF4-FFF2-40B4-BE49-F238E27FC236}">
                <a16:creationId xmlns:a16="http://schemas.microsoft.com/office/drawing/2014/main" id="{F52FEF48-3C46-6FD1-0634-07B1C78A9972}"/>
              </a:ext>
            </a:extLst>
          </p:cNvPr>
          <p:cNvSpPr/>
          <p:nvPr/>
        </p:nvSpPr>
        <p:spPr>
          <a:xfrm>
            <a:off x="793790" y="6497598"/>
            <a:ext cx="3005495" cy="725805"/>
          </a:xfrm>
          <a:prstGeom prst="rect">
            <a:avLst/>
          </a:prstGeom>
          <a:noFill/>
          <a:ln/>
        </p:spPr>
        <p:txBody>
          <a:bodyPr wrap="square" lIns="0" tIns="0" rIns="0" bIns="0" rtlCol="0" anchor="t"/>
          <a:lstStyle/>
          <a:p>
            <a:pPr marL="0" indent="0" algn="l">
              <a:lnSpc>
                <a:spcPts val="2850"/>
              </a:lnSpc>
              <a:buNone/>
            </a:pPr>
            <a:r>
              <a:rPr lang="en-IN" sz="1750" dirty="0">
                <a:solidFill>
                  <a:srgbClr val="405449"/>
                </a:solidFill>
                <a:latin typeface="Nobile" panose="020B0604020202020204" charset="0"/>
              </a:rPr>
              <a:t>Animations for card removal.</a:t>
            </a:r>
            <a:endParaRPr lang="en-US" sz="1750" dirty="0">
              <a:solidFill>
                <a:srgbClr val="405449"/>
              </a:solidFill>
              <a:latin typeface="Nobile" panose="020B0604020202020204" charset="0"/>
            </a:endParaRPr>
          </a:p>
        </p:txBody>
      </p:sp>
    </p:spTree>
    <p:extLst>
      <p:ext uri="{BB962C8B-B14F-4D97-AF65-F5344CB8AC3E}">
        <p14:creationId xmlns:p14="http://schemas.microsoft.com/office/powerpoint/2010/main" val="32129055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a:extLst>
              <a:ext uri="{FF2B5EF4-FFF2-40B4-BE49-F238E27FC236}">
                <a16:creationId xmlns:a16="http://schemas.microsoft.com/office/drawing/2014/main" id="{BC92FDDB-90E0-C109-4CCC-6CC6661008B8}"/>
              </a:ext>
            </a:extLst>
          </p:cNvPr>
          <p:cNvPicPr>
            <a:picLocks noChangeAspect="1"/>
          </p:cNvPicPr>
          <p:nvPr/>
        </p:nvPicPr>
        <p:blipFill>
          <a:blip r:embed="rId2"/>
          <a:stretch>
            <a:fillRect/>
          </a:stretch>
        </p:blipFill>
        <p:spPr>
          <a:xfrm>
            <a:off x="252663" y="288756"/>
            <a:ext cx="5041232" cy="7736307"/>
          </a:xfrm>
          <a:prstGeom prst="rect">
            <a:avLst/>
          </a:prstGeom>
        </p:spPr>
      </p:pic>
      <p:sp>
        <p:nvSpPr>
          <p:cNvPr id="3" name="Text 0">
            <a:extLst>
              <a:ext uri="{FF2B5EF4-FFF2-40B4-BE49-F238E27FC236}">
                <a16:creationId xmlns:a16="http://schemas.microsoft.com/office/drawing/2014/main" id="{75A1E959-B573-747C-2E28-950B2F6B7A26}"/>
              </a:ext>
            </a:extLst>
          </p:cNvPr>
          <p:cNvSpPr/>
          <p:nvPr/>
        </p:nvSpPr>
        <p:spPr>
          <a:xfrm>
            <a:off x="6677025" y="1465421"/>
            <a:ext cx="5670590" cy="708779"/>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ts val="5550"/>
              </a:lnSpc>
              <a:buNone/>
            </a:pPr>
            <a:r>
              <a:rPr lang="en-US" sz="4450" kern="0" spc="-134" dirty="0">
                <a:solidFill>
                  <a:srgbClr val="2C3F42"/>
                </a:solidFill>
                <a:latin typeface="Bitter Medium" pitchFamily="34" charset="0"/>
                <a:ea typeface="Bitter Medium" pitchFamily="34" charset="-122"/>
                <a:cs typeface="Bitter Medium" pitchFamily="34" charset="-120"/>
              </a:rPr>
              <a:t>Challenges We Solved</a:t>
            </a:r>
            <a:endParaRPr lang="en-US" sz="4450" dirty="0"/>
          </a:p>
        </p:txBody>
      </p:sp>
      <p:sp>
        <p:nvSpPr>
          <p:cNvPr id="4" name="Shape 1">
            <a:extLst>
              <a:ext uri="{FF2B5EF4-FFF2-40B4-BE49-F238E27FC236}">
                <a16:creationId xmlns:a16="http://schemas.microsoft.com/office/drawing/2014/main" id="{474E0DF5-426E-2350-7FBE-56C3B926B5FB}"/>
              </a:ext>
            </a:extLst>
          </p:cNvPr>
          <p:cNvSpPr/>
          <p:nvPr/>
        </p:nvSpPr>
        <p:spPr>
          <a:xfrm>
            <a:off x="6677025" y="2769513"/>
            <a:ext cx="510302" cy="510302"/>
          </a:xfrm>
          <a:prstGeom prst="roundRect">
            <a:avLst>
              <a:gd name="adj" fmla="val 18669"/>
            </a:avLst>
          </a:prstGeom>
          <a:solidFill>
            <a:srgbClr val="FCE2CF"/>
          </a:solidFill>
          <a:ln w="7620">
            <a:solidFill>
              <a:srgbClr val="E2C8B5"/>
            </a:solidFill>
            <a:prstDash val="solid"/>
          </a:ln>
        </p:spPr>
        <p:txBody>
          <a:bodyPr/>
          <a:lstStyle/>
          <a:p>
            <a:endParaRPr lang="en-IN"/>
          </a:p>
        </p:txBody>
      </p:sp>
      <p:sp>
        <p:nvSpPr>
          <p:cNvPr id="5" name="Text 2">
            <a:extLst>
              <a:ext uri="{FF2B5EF4-FFF2-40B4-BE49-F238E27FC236}">
                <a16:creationId xmlns:a16="http://schemas.microsoft.com/office/drawing/2014/main" id="{ACB7A5B8-E8F3-ACFE-2DFB-917CC9DA9A86}"/>
              </a:ext>
            </a:extLst>
          </p:cNvPr>
          <p:cNvSpPr/>
          <p:nvPr/>
        </p:nvSpPr>
        <p:spPr>
          <a:xfrm>
            <a:off x="6866691" y="2854523"/>
            <a:ext cx="130969" cy="340281"/>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2650"/>
              </a:lnSpc>
              <a:buNone/>
            </a:pPr>
            <a:r>
              <a:rPr lang="en-US" sz="2650" kern="0" spc="-80" dirty="0">
                <a:solidFill>
                  <a:srgbClr val="2B2E3C"/>
                </a:solidFill>
                <a:latin typeface="Bitter Medium" pitchFamily="34" charset="0"/>
                <a:ea typeface="Bitter Medium" pitchFamily="34" charset="-122"/>
                <a:cs typeface="Bitter Medium" pitchFamily="34" charset="-120"/>
              </a:rPr>
              <a:t>1</a:t>
            </a:r>
            <a:endParaRPr lang="en-US" sz="2650" dirty="0"/>
          </a:p>
        </p:txBody>
      </p:sp>
      <p:sp>
        <p:nvSpPr>
          <p:cNvPr id="6" name="Text 3">
            <a:extLst>
              <a:ext uri="{FF2B5EF4-FFF2-40B4-BE49-F238E27FC236}">
                <a16:creationId xmlns:a16="http://schemas.microsoft.com/office/drawing/2014/main" id="{3B67635E-D9AE-617B-1772-AE53A86CAC22}"/>
              </a:ext>
            </a:extLst>
          </p:cNvPr>
          <p:cNvSpPr/>
          <p:nvPr/>
        </p:nvSpPr>
        <p:spPr>
          <a:xfrm>
            <a:off x="7414141" y="2769513"/>
            <a:ext cx="2835235" cy="354330"/>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ts val="2750"/>
              </a:lnSpc>
              <a:buNone/>
            </a:pPr>
            <a:r>
              <a:rPr lang="en-US" sz="2200" kern="0" spc="-67" dirty="0">
                <a:solidFill>
                  <a:srgbClr val="2B2E3C"/>
                </a:solidFill>
                <a:latin typeface="Bitter Medium" pitchFamily="34" charset="0"/>
                <a:ea typeface="Bitter Medium" pitchFamily="34" charset="-122"/>
                <a:cs typeface="Bitter Medium" pitchFamily="34" charset="-120"/>
              </a:rPr>
              <a:t>State Synchronization</a:t>
            </a:r>
            <a:endParaRPr lang="en-US" sz="2200" dirty="0"/>
          </a:p>
        </p:txBody>
      </p:sp>
      <p:sp>
        <p:nvSpPr>
          <p:cNvPr id="7" name="Text 4">
            <a:extLst>
              <a:ext uri="{FF2B5EF4-FFF2-40B4-BE49-F238E27FC236}">
                <a16:creationId xmlns:a16="http://schemas.microsoft.com/office/drawing/2014/main" id="{4C15CED5-0C52-4EF3-5FBB-FF00300CF8FD}"/>
              </a:ext>
            </a:extLst>
          </p:cNvPr>
          <p:cNvSpPr/>
          <p:nvPr/>
        </p:nvSpPr>
        <p:spPr>
          <a:xfrm>
            <a:off x="7414141" y="3259931"/>
            <a:ext cx="2927747" cy="1088708"/>
          </a:xfrm>
          <a:prstGeom prst="rect">
            <a:avLst/>
          </a:prstGeom>
          <a:noFill/>
          <a:ln/>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ts val="2850"/>
              </a:lnSpc>
              <a:buNone/>
            </a:pPr>
            <a:r>
              <a:rPr lang="en-US" sz="1750" kern="0" spc="-36" dirty="0">
                <a:solidFill>
                  <a:srgbClr val="2B2E3C"/>
                </a:solidFill>
                <a:latin typeface="Open Sans" pitchFamily="34" charset="0"/>
                <a:ea typeface="Open Sans" pitchFamily="34" charset="-122"/>
                <a:cs typeface="Open Sans" pitchFamily="34" charset="-120"/>
              </a:rPr>
              <a:t>Ensured real-time updates using SwiftUI's binding system.</a:t>
            </a:r>
            <a:endParaRPr lang="en-US" sz="1750" dirty="0"/>
          </a:p>
        </p:txBody>
      </p:sp>
      <p:sp>
        <p:nvSpPr>
          <p:cNvPr id="8" name="Shape 5">
            <a:extLst>
              <a:ext uri="{FF2B5EF4-FFF2-40B4-BE49-F238E27FC236}">
                <a16:creationId xmlns:a16="http://schemas.microsoft.com/office/drawing/2014/main" id="{6F318220-C751-4F0B-3098-51DFA7B68AAA}"/>
              </a:ext>
            </a:extLst>
          </p:cNvPr>
          <p:cNvSpPr/>
          <p:nvPr/>
        </p:nvSpPr>
        <p:spPr>
          <a:xfrm>
            <a:off x="10568702" y="2769513"/>
            <a:ext cx="510302" cy="510302"/>
          </a:xfrm>
          <a:prstGeom prst="roundRect">
            <a:avLst>
              <a:gd name="adj" fmla="val 18669"/>
            </a:avLst>
          </a:prstGeom>
          <a:solidFill>
            <a:srgbClr val="FCE2CF"/>
          </a:solidFill>
          <a:ln w="7620">
            <a:solidFill>
              <a:srgbClr val="E2C8B5"/>
            </a:solidFill>
            <a:prstDash val="solid"/>
          </a:ln>
        </p:spPr>
        <p:txBody>
          <a:bodyPr/>
          <a:lstStyle/>
          <a:p>
            <a:endParaRPr lang="en-IN"/>
          </a:p>
        </p:txBody>
      </p:sp>
      <p:sp>
        <p:nvSpPr>
          <p:cNvPr id="9" name="Text 6">
            <a:extLst>
              <a:ext uri="{FF2B5EF4-FFF2-40B4-BE49-F238E27FC236}">
                <a16:creationId xmlns:a16="http://schemas.microsoft.com/office/drawing/2014/main" id="{2094A2D8-5F7D-AC0C-B3E9-0613E8FD19EA}"/>
              </a:ext>
            </a:extLst>
          </p:cNvPr>
          <p:cNvSpPr/>
          <p:nvPr/>
        </p:nvSpPr>
        <p:spPr>
          <a:xfrm>
            <a:off x="10735389" y="2854523"/>
            <a:ext cx="176927" cy="340281"/>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2650"/>
              </a:lnSpc>
              <a:buNone/>
            </a:pPr>
            <a:r>
              <a:rPr lang="en-US" sz="2650" kern="0" spc="-80" dirty="0">
                <a:solidFill>
                  <a:srgbClr val="2B2E3C"/>
                </a:solidFill>
                <a:latin typeface="Bitter Medium" pitchFamily="34" charset="0"/>
                <a:ea typeface="Bitter Medium" pitchFamily="34" charset="-122"/>
                <a:cs typeface="Bitter Medium" pitchFamily="34" charset="-120"/>
              </a:rPr>
              <a:t>2</a:t>
            </a:r>
            <a:endParaRPr lang="en-US" sz="2650" dirty="0"/>
          </a:p>
        </p:txBody>
      </p:sp>
      <p:sp>
        <p:nvSpPr>
          <p:cNvPr id="10" name="Text 7">
            <a:extLst>
              <a:ext uri="{FF2B5EF4-FFF2-40B4-BE49-F238E27FC236}">
                <a16:creationId xmlns:a16="http://schemas.microsoft.com/office/drawing/2014/main" id="{200BE82F-CE92-9E82-DEA5-AC8911819713}"/>
              </a:ext>
            </a:extLst>
          </p:cNvPr>
          <p:cNvSpPr/>
          <p:nvPr/>
        </p:nvSpPr>
        <p:spPr>
          <a:xfrm>
            <a:off x="11305818" y="2769513"/>
            <a:ext cx="2835235" cy="354330"/>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ts val="2750"/>
              </a:lnSpc>
              <a:buNone/>
            </a:pPr>
            <a:r>
              <a:rPr lang="en-US" sz="2200" kern="0" spc="-67" dirty="0">
                <a:solidFill>
                  <a:srgbClr val="2B2E3C"/>
                </a:solidFill>
                <a:latin typeface="Bitter Medium" pitchFamily="34" charset="0"/>
                <a:ea typeface="Bitter Medium" pitchFamily="34" charset="-122"/>
                <a:cs typeface="Bitter Medium" pitchFamily="34" charset="-120"/>
              </a:rPr>
              <a:t>Smooth Animations</a:t>
            </a:r>
            <a:endParaRPr lang="en-US" sz="2200" dirty="0"/>
          </a:p>
        </p:txBody>
      </p:sp>
      <p:sp>
        <p:nvSpPr>
          <p:cNvPr id="11" name="Text 8">
            <a:extLst>
              <a:ext uri="{FF2B5EF4-FFF2-40B4-BE49-F238E27FC236}">
                <a16:creationId xmlns:a16="http://schemas.microsoft.com/office/drawing/2014/main" id="{66024BD2-3923-4B73-2CCB-DF3E338ED437}"/>
              </a:ext>
            </a:extLst>
          </p:cNvPr>
          <p:cNvSpPr/>
          <p:nvPr/>
        </p:nvSpPr>
        <p:spPr>
          <a:xfrm>
            <a:off x="11305818" y="3259931"/>
            <a:ext cx="2927747" cy="1088708"/>
          </a:xfrm>
          <a:prstGeom prst="rect">
            <a:avLst/>
          </a:prstGeom>
          <a:noFill/>
          <a:ln/>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ts val="2850"/>
              </a:lnSpc>
              <a:buNone/>
            </a:pPr>
            <a:r>
              <a:rPr lang="en-US" sz="1750" kern="0" spc="-36" dirty="0">
                <a:solidFill>
                  <a:srgbClr val="2B2E3C"/>
                </a:solidFill>
                <a:latin typeface="Open Sans" pitchFamily="34" charset="0"/>
                <a:ea typeface="Open Sans" pitchFamily="34" charset="-122"/>
                <a:cs typeface="Open Sans" pitchFamily="34" charset="-120"/>
              </a:rPr>
              <a:t>Developed a custom \`Cardify\` modifier for 3D card flip.</a:t>
            </a:r>
            <a:endParaRPr lang="en-US" sz="1750" dirty="0"/>
          </a:p>
        </p:txBody>
      </p:sp>
      <p:sp>
        <p:nvSpPr>
          <p:cNvPr id="12" name="Shape 9">
            <a:extLst>
              <a:ext uri="{FF2B5EF4-FFF2-40B4-BE49-F238E27FC236}">
                <a16:creationId xmlns:a16="http://schemas.microsoft.com/office/drawing/2014/main" id="{2159A7EB-8A25-E742-0662-0BCCB9D7A57F}"/>
              </a:ext>
            </a:extLst>
          </p:cNvPr>
          <p:cNvSpPr/>
          <p:nvPr/>
        </p:nvSpPr>
        <p:spPr>
          <a:xfrm>
            <a:off x="6677025" y="4830604"/>
            <a:ext cx="510302" cy="510302"/>
          </a:xfrm>
          <a:prstGeom prst="roundRect">
            <a:avLst>
              <a:gd name="adj" fmla="val 18669"/>
            </a:avLst>
          </a:prstGeom>
          <a:solidFill>
            <a:srgbClr val="FCE2CF"/>
          </a:solidFill>
          <a:ln w="7620">
            <a:solidFill>
              <a:srgbClr val="E2C8B5"/>
            </a:solidFill>
            <a:prstDash val="solid"/>
          </a:ln>
        </p:spPr>
        <p:txBody>
          <a:bodyPr/>
          <a:lstStyle/>
          <a:p>
            <a:endParaRPr lang="en-IN"/>
          </a:p>
        </p:txBody>
      </p:sp>
      <p:sp>
        <p:nvSpPr>
          <p:cNvPr id="13" name="Text 10">
            <a:extLst>
              <a:ext uri="{FF2B5EF4-FFF2-40B4-BE49-F238E27FC236}">
                <a16:creationId xmlns:a16="http://schemas.microsoft.com/office/drawing/2014/main" id="{00EFDDE3-94A2-3943-49E2-992D4BB3B0AF}"/>
              </a:ext>
            </a:extLst>
          </p:cNvPr>
          <p:cNvSpPr/>
          <p:nvPr/>
        </p:nvSpPr>
        <p:spPr>
          <a:xfrm>
            <a:off x="6839902" y="4915614"/>
            <a:ext cx="184428" cy="340281"/>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2650"/>
              </a:lnSpc>
              <a:buNone/>
            </a:pPr>
            <a:r>
              <a:rPr lang="en-US" sz="2650" kern="0" spc="-80" dirty="0">
                <a:solidFill>
                  <a:srgbClr val="2B2E3C"/>
                </a:solidFill>
                <a:latin typeface="Bitter Medium" pitchFamily="34" charset="0"/>
                <a:ea typeface="Bitter Medium" pitchFamily="34" charset="-122"/>
                <a:cs typeface="Bitter Medium" pitchFamily="34" charset="-120"/>
              </a:rPr>
              <a:t>3</a:t>
            </a:r>
            <a:endParaRPr lang="en-US" sz="2650" dirty="0"/>
          </a:p>
        </p:txBody>
      </p:sp>
      <p:sp>
        <p:nvSpPr>
          <p:cNvPr id="14" name="Text 11">
            <a:extLst>
              <a:ext uri="{FF2B5EF4-FFF2-40B4-BE49-F238E27FC236}">
                <a16:creationId xmlns:a16="http://schemas.microsoft.com/office/drawing/2014/main" id="{2696A504-E197-46A7-C2DA-6451E9BEC7DA}"/>
              </a:ext>
            </a:extLst>
          </p:cNvPr>
          <p:cNvSpPr/>
          <p:nvPr/>
        </p:nvSpPr>
        <p:spPr>
          <a:xfrm>
            <a:off x="7414141" y="4830604"/>
            <a:ext cx="2927747" cy="708660"/>
          </a:xfrm>
          <a:prstGeom prst="rect">
            <a:avLst/>
          </a:prstGeom>
          <a:noFill/>
          <a:ln/>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ts val="2750"/>
              </a:lnSpc>
              <a:buNone/>
            </a:pPr>
            <a:r>
              <a:rPr lang="en-US" sz="2200" kern="0" spc="-67" dirty="0">
                <a:solidFill>
                  <a:srgbClr val="2B2E3C"/>
                </a:solidFill>
                <a:latin typeface="Bitter Medium" pitchFamily="34" charset="0"/>
                <a:ea typeface="Bitter Medium" pitchFamily="34" charset="-122"/>
                <a:cs typeface="Bitter Medium" pitchFamily="34" charset="-120"/>
              </a:rPr>
              <a:t>Motion-Triggered Reset</a:t>
            </a:r>
            <a:endParaRPr lang="en-US" sz="2200" dirty="0"/>
          </a:p>
        </p:txBody>
      </p:sp>
      <p:sp>
        <p:nvSpPr>
          <p:cNvPr id="15" name="Text 12">
            <a:extLst>
              <a:ext uri="{FF2B5EF4-FFF2-40B4-BE49-F238E27FC236}">
                <a16:creationId xmlns:a16="http://schemas.microsoft.com/office/drawing/2014/main" id="{E303A2B6-E098-3085-AEEF-84B2DBE3D3DB}"/>
              </a:ext>
            </a:extLst>
          </p:cNvPr>
          <p:cNvSpPr/>
          <p:nvPr/>
        </p:nvSpPr>
        <p:spPr>
          <a:xfrm>
            <a:off x="7414141" y="5675352"/>
            <a:ext cx="2927747" cy="1088708"/>
          </a:xfrm>
          <a:prstGeom prst="rect">
            <a:avLst/>
          </a:prstGeom>
          <a:noFill/>
          <a:ln/>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ts val="2850"/>
              </a:lnSpc>
              <a:buNone/>
            </a:pPr>
            <a:r>
              <a:rPr lang="en-US" sz="1750" kern="0" spc="-36" dirty="0">
                <a:solidFill>
                  <a:srgbClr val="2B2E3C"/>
                </a:solidFill>
                <a:latin typeface="Open Sans" pitchFamily="34" charset="0"/>
                <a:ea typeface="Open Sans" pitchFamily="34" charset="-122"/>
                <a:cs typeface="Open Sans" pitchFamily="34" charset="-120"/>
              </a:rPr>
              <a:t>Leveraged CoreMotion's accelerometer with optimized sensitivity.</a:t>
            </a:r>
            <a:endParaRPr lang="en-US" sz="1750" dirty="0"/>
          </a:p>
        </p:txBody>
      </p:sp>
      <p:sp>
        <p:nvSpPr>
          <p:cNvPr id="16" name="Shape 13">
            <a:extLst>
              <a:ext uri="{FF2B5EF4-FFF2-40B4-BE49-F238E27FC236}">
                <a16:creationId xmlns:a16="http://schemas.microsoft.com/office/drawing/2014/main" id="{C84C732C-79CD-77C4-E0FD-7E5434A81FF9}"/>
              </a:ext>
            </a:extLst>
          </p:cNvPr>
          <p:cNvSpPr/>
          <p:nvPr/>
        </p:nvSpPr>
        <p:spPr>
          <a:xfrm>
            <a:off x="10568702" y="4830604"/>
            <a:ext cx="510302" cy="510302"/>
          </a:xfrm>
          <a:prstGeom prst="roundRect">
            <a:avLst>
              <a:gd name="adj" fmla="val 18669"/>
            </a:avLst>
          </a:prstGeom>
          <a:solidFill>
            <a:srgbClr val="FCE2CF"/>
          </a:solidFill>
          <a:ln w="7620">
            <a:solidFill>
              <a:srgbClr val="E2C8B5"/>
            </a:solidFill>
            <a:prstDash val="solid"/>
          </a:ln>
        </p:spPr>
        <p:txBody>
          <a:bodyPr/>
          <a:lstStyle/>
          <a:p>
            <a:endParaRPr lang="en-IN"/>
          </a:p>
        </p:txBody>
      </p:sp>
      <p:sp>
        <p:nvSpPr>
          <p:cNvPr id="17" name="Text 14">
            <a:extLst>
              <a:ext uri="{FF2B5EF4-FFF2-40B4-BE49-F238E27FC236}">
                <a16:creationId xmlns:a16="http://schemas.microsoft.com/office/drawing/2014/main" id="{2D11C2BC-7826-9158-625D-45EA2EA52497}"/>
              </a:ext>
            </a:extLst>
          </p:cNvPr>
          <p:cNvSpPr/>
          <p:nvPr/>
        </p:nvSpPr>
        <p:spPr>
          <a:xfrm>
            <a:off x="10728245" y="4915614"/>
            <a:ext cx="191214" cy="340281"/>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2650"/>
              </a:lnSpc>
              <a:buNone/>
            </a:pPr>
            <a:r>
              <a:rPr lang="en-US" sz="2650" kern="0" spc="-80" dirty="0">
                <a:solidFill>
                  <a:srgbClr val="2B2E3C"/>
                </a:solidFill>
                <a:latin typeface="Bitter Medium" pitchFamily="34" charset="0"/>
                <a:ea typeface="Bitter Medium" pitchFamily="34" charset="-122"/>
                <a:cs typeface="Bitter Medium" pitchFamily="34" charset="-120"/>
              </a:rPr>
              <a:t>4</a:t>
            </a:r>
            <a:endParaRPr lang="en-US" sz="2650" dirty="0"/>
          </a:p>
        </p:txBody>
      </p:sp>
      <p:sp>
        <p:nvSpPr>
          <p:cNvPr id="18" name="Text 15">
            <a:extLst>
              <a:ext uri="{FF2B5EF4-FFF2-40B4-BE49-F238E27FC236}">
                <a16:creationId xmlns:a16="http://schemas.microsoft.com/office/drawing/2014/main" id="{2E0D8053-AB80-8C07-5C4E-060FCC5FC93A}"/>
              </a:ext>
            </a:extLst>
          </p:cNvPr>
          <p:cNvSpPr/>
          <p:nvPr/>
        </p:nvSpPr>
        <p:spPr>
          <a:xfrm>
            <a:off x="11305818" y="4830604"/>
            <a:ext cx="2835235" cy="354330"/>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ts val="2750"/>
              </a:lnSpc>
              <a:buNone/>
            </a:pPr>
            <a:r>
              <a:rPr lang="en-US" sz="2200" kern="0" spc="-67" dirty="0">
                <a:solidFill>
                  <a:srgbClr val="2B2E3C"/>
                </a:solidFill>
                <a:latin typeface="Bitter Medium" pitchFamily="34" charset="0"/>
                <a:ea typeface="Bitter Medium" pitchFamily="34" charset="-122"/>
                <a:cs typeface="Bitter Medium" pitchFamily="34" charset="-120"/>
              </a:rPr>
              <a:t>Result</a:t>
            </a:r>
            <a:endParaRPr lang="en-US" sz="2200" dirty="0"/>
          </a:p>
        </p:txBody>
      </p:sp>
      <p:sp>
        <p:nvSpPr>
          <p:cNvPr id="19" name="Text 16">
            <a:extLst>
              <a:ext uri="{FF2B5EF4-FFF2-40B4-BE49-F238E27FC236}">
                <a16:creationId xmlns:a16="http://schemas.microsoft.com/office/drawing/2014/main" id="{770CAAEC-8E7A-582C-7042-9448DAB280A3}"/>
              </a:ext>
            </a:extLst>
          </p:cNvPr>
          <p:cNvSpPr/>
          <p:nvPr/>
        </p:nvSpPr>
        <p:spPr>
          <a:xfrm>
            <a:off x="11305818" y="5321022"/>
            <a:ext cx="2927747" cy="725805"/>
          </a:xfrm>
          <a:prstGeom prst="rect">
            <a:avLst/>
          </a:prstGeom>
          <a:noFill/>
          <a:ln/>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ts val="2850"/>
              </a:lnSpc>
              <a:buNone/>
            </a:pPr>
            <a:r>
              <a:rPr lang="en-US" sz="1750" kern="0" spc="-36" dirty="0">
                <a:solidFill>
                  <a:srgbClr val="2B2E3C"/>
                </a:solidFill>
                <a:latin typeface="Open Sans" pitchFamily="34" charset="0"/>
                <a:ea typeface="Open Sans" pitchFamily="34" charset="-122"/>
                <a:cs typeface="Open Sans" pitchFamily="34" charset="-120"/>
              </a:rPr>
              <a:t>Seamless and professional user experience.</a:t>
            </a:r>
            <a:endParaRPr lang="en-US" sz="1750" dirty="0"/>
          </a:p>
        </p:txBody>
      </p:sp>
    </p:spTree>
    <p:extLst>
      <p:ext uri="{BB962C8B-B14F-4D97-AF65-F5344CB8AC3E}">
        <p14:creationId xmlns:p14="http://schemas.microsoft.com/office/powerpoint/2010/main" val="18043159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43652" y="505658"/>
            <a:ext cx="4597837" cy="574715"/>
          </a:xfrm>
          <a:prstGeom prst="rect">
            <a:avLst/>
          </a:prstGeom>
          <a:noFill/>
          <a:ln/>
        </p:spPr>
        <p:txBody>
          <a:bodyPr wrap="none" lIns="0" tIns="0" rIns="0" bIns="0" rtlCol="0" anchor="t"/>
          <a:lstStyle/>
          <a:p>
            <a:pPr marL="0" indent="0">
              <a:lnSpc>
                <a:spcPts val="4500"/>
              </a:lnSpc>
              <a:buNone/>
            </a:pPr>
            <a:r>
              <a:rPr lang="en-US" sz="3600" kern="0" spc="-109" dirty="0">
                <a:solidFill>
                  <a:srgbClr val="2C3F42"/>
                </a:solidFill>
                <a:latin typeface="Bitter Medium" pitchFamily="34" charset="0"/>
                <a:ea typeface="Bitter Medium" pitchFamily="34" charset="-122"/>
                <a:cs typeface="Bitter Medium" pitchFamily="34" charset="-120"/>
              </a:rPr>
              <a:t>Core Game Logic</a:t>
            </a:r>
            <a:endParaRPr lang="en-US" sz="3600" dirty="0"/>
          </a:p>
        </p:txBody>
      </p:sp>
      <p:pic>
        <p:nvPicPr>
          <p:cNvPr id="3" name="Image 0" descr="preencoded.png"/>
          <p:cNvPicPr>
            <a:picLocks noChangeAspect="1"/>
          </p:cNvPicPr>
          <p:nvPr/>
        </p:nvPicPr>
        <p:blipFill>
          <a:blip r:embed="rId3"/>
          <a:stretch>
            <a:fillRect/>
          </a:stretch>
        </p:blipFill>
        <p:spPr>
          <a:xfrm>
            <a:off x="3363040" y="1712385"/>
            <a:ext cx="1320879" cy="1059537"/>
          </a:xfrm>
          <a:prstGeom prst="rect">
            <a:avLst/>
          </a:prstGeom>
        </p:spPr>
      </p:pic>
      <p:sp>
        <p:nvSpPr>
          <p:cNvPr id="4" name="Text 1"/>
          <p:cNvSpPr/>
          <p:nvPr/>
        </p:nvSpPr>
        <p:spPr>
          <a:xfrm>
            <a:off x="3934897" y="1925360"/>
            <a:ext cx="88583" cy="367784"/>
          </a:xfrm>
          <a:prstGeom prst="rect">
            <a:avLst/>
          </a:prstGeom>
          <a:noFill/>
          <a:ln/>
        </p:spPr>
        <p:txBody>
          <a:bodyPr wrap="none" lIns="0" tIns="0" rIns="0" bIns="0" rtlCol="0" anchor="t"/>
          <a:lstStyle/>
          <a:p>
            <a:pPr marL="0" indent="0" algn="ctr">
              <a:lnSpc>
                <a:spcPts val="2850"/>
              </a:lnSpc>
              <a:buNone/>
            </a:pPr>
            <a:r>
              <a:rPr lang="en-US" sz="1800" kern="0" spc="-54" dirty="0">
                <a:solidFill>
                  <a:srgbClr val="2B2E3C"/>
                </a:solidFill>
                <a:latin typeface="Bitter Medium" pitchFamily="34" charset="0"/>
                <a:ea typeface="Bitter Medium" pitchFamily="34" charset="-122"/>
                <a:cs typeface="Bitter Medium" pitchFamily="34" charset="-120"/>
              </a:rPr>
              <a:t>1</a:t>
            </a:r>
            <a:endParaRPr lang="en-US" sz="1800" dirty="0"/>
          </a:p>
        </p:txBody>
      </p:sp>
      <p:sp>
        <p:nvSpPr>
          <p:cNvPr id="5" name="Text 2"/>
          <p:cNvSpPr/>
          <p:nvPr/>
        </p:nvSpPr>
        <p:spPr>
          <a:xfrm>
            <a:off x="4823579" y="1925360"/>
            <a:ext cx="2298859" cy="295552"/>
          </a:xfrm>
          <a:prstGeom prst="rect">
            <a:avLst/>
          </a:prstGeom>
          <a:noFill/>
          <a:ln/>
        </p:spPr>
        <p:txBody>
          <a:bodyPr wrap="none" lIns="0" tIns="0" rIns="0" bIns="0" rtlCol="0" anchor="t"/>
          <a:lstStyle/>
          <a:p>
            <a:pPr marL="0" indent="0" algn="l">
              <a:lnSpc>
                <a:spcPts val="2250"/>
              </a:lnSpc>
              <a:buNone/>
            </a:pPr>
            <a:r>
              <a:rPr lang="en-US" sz="1800" kern="0" spc="-54" dirty="0">
                <a:solidFill>
                  <a:srgbClr val="2B2E3C"/>
                </a:solidFill>
                <a:latin typeface="Bitter Medium" pitchFamily="34" charset="0"/>
                <a:ea typeface="Bitter Medium" pitchFamily="34" charset="-122"/>
                <a:cs typeface="Bitter Medium" pitchFamily="34" charset="-120"/>
              </a:rPr>
              <a:t>MemoryGame.swift</a:t>
            </a:r>
            <a:endParaRPr lang="en-US" sz="1800" dirty="0"/>
          </a:p>
        </p:txBody>
      </p:sp>
      <p:sp>
        <p:nvSpPr>
          <p:cNvPr id="6" name="Text 3"/>
          <p:cNvSpPr/>
          <p:nvPr/>
        </p:nvSpPr>
        <p:spPr>
          <a:xfrm>
            <a:off x="4823579" y="2308047"/>
            <a:ext cx="3268623" cy="306924"/>
          </a:xfrm>
          <a:prstGeom prst="rect">
            <a:avLst/>
          </a:prstGeom>
          <a:noFill/>
          <a:ln/>
        </p:spPr>
        <p:txBody>
          <a:bodyPr wrap="none" lIns="0" tIns="0" rIns="0" bIns="0" rtlCol="0" anchor="t"/>
          <a:lstStyle/>
          <a:p>
            <a:pPr marL="0" indent="0" algn="l">
              <a:lnSpc>
                <a:spcPts val="2300"/>
              </a:lnSpc>
              <a:buNone/>
            </a:pPr>
            <a:r>
              <a:rPr lang="en-US" sz="1400" kern="0" spc="-29" dirty="0">
                <a:solidFill>
                  <a:srgbClr val="2B2E3C"/>
                </a:solidFill>
                <a:latin typeface="Open Sans" pitchFamily="34" charset="0"/>
                <a:ea typeface="Open Sans" pitchFamily="34" charset="-122"/>
                <a:cs typeface="Open Sans" pitchFamily="34" charset="-120"/>
              </a:rPr>
              <a:t>Defines generic structure for game logic</a:t>
            </a:r>
            <a:endParaRPr lang="en-US" sz="1400" dirty="0"/>
          </a:p>
        </p:txBody>
      </p:sp>
      <p:sp>
        <p:nvSpPr>
          <p:cNvPr id="7" name="Shape 4"/>
          <p:cNvSpPr/>
          <p:nvPr/>
        </p:nvSpPr>
        <p:spPr>
          <a:xfrm>
            <a:off x="4706902" y="2758222"/>
            <a:ext cx="9255085" cy="11430"/>
          </a:xfrm>
          <a:prstGeom prst="roundRect">
            <a:avLst>
              <a:gd name="adj" fmla="val 675802"/>
            </a:avLst>
          </a:prstGeom>
          <a:solidFill>
            <a:srgbClr val="E2C8B5"/>
          </a:solidFill>
          <a:ln/>
        </p:spPr>
        <p:txBody>
          <a:bodyPr/>
          <a:lstStyle/>
          <a:p>
            <a:endParaRPr lang="en-IN"/>
          </a:p>
        </p:txBody>
      </p:sp>
      <p:pic>
        <p:nvPicPr>
          <p:cNvPr id="8" name="Image 1" descr="preencoded.png"/>
          <p:cNvPicPr>
            <a:picLocks noChangeAspect="1"/>
          </p:cNvPicPr>
          <p:nvPr/>
        </p:nvPicPr>
        <p:blipFill>
          <a:blip r:embed="rId4"/>
          <a:stretch>
            <a:fillRect/>
          </a:stretch>
        </p:blipFill>
        <p:spPr>
          <a:xfrm>
            <a:off x="2702541" y="2854524"/>
            <a:ext cx="2641878" cy="1059537"/>
          </a:xfrm>
          <a:prstGeom prst="rect">
            <a:avLst/>
          </a:prstGeom>
        </p:spPr>
      </p:pic>
      <p:sp>
        <p:nvSpPr>
          <p:cNvPr id="9" name="Text 5"/>
          <p:cNvSpPr/>
          <p:nvPr/>
        </p:nvSpPr>
        <p:spPr>
          <a:xfrm>
            <a:off x="3919537" y="2899529"/>
            <a:ext cx="119539" cy="367784"/>
          </a:xfrm>
          <a:prstGeom prst="rect">
            <a:avLst/>
          </a:prstGeom>
          <a:noFill/>
          <a:ln/>
        </p:spPr>
        <p:txBody>
          <a:bodyPr wrap="none" lIns="0" tIns="0" rIns="0" bIns="0" rtlCol="0" anchor="t"/>
          <a:lstStyle/>
          <a:p>
            <a:pPr marL="0" indent="0" algn="ctr">
              <a:lnSpc>
                <a:spcPts val="2850"/>
              </a:lnSpc>
              <a:buNone/>
            </a:pPr>
            <a:r>
              <a:rPr lang="en-US" sz="1800" kern="0" spc="-54" dirty="0">
                <a:solidFill>
                  <a:srgbClr val="2B2E3C"/>
                </a:solidFill>
                <a:latin typeface="Bitter Medium" pitchFamily="34" charset="0"/>
                <a:ea typeface="Bitter Medium" pitchFamily="34" charset="-122"/>
                <a:cs typeface="Bitter Medium" pitchFamily="34" charset="-120"/>
              </a:rPr>
              <a:t>2</a:t>
            </a:r>
            <a:endParaRPr lang="en-US" sz="1800" dirty="0"/>
          </a:p>
        </p:txBody>
      </p:sp>
      <p:sp>
        <p:nvSpPr>
          <p:cNvPr id="10" name="Text 6"/>
          <p:cNvSpPr/>
          <p:nvPr/>
        </p:nvSpPr>
        <p:spPr>
          <a:xfrm>
            <a:off x="5484138" y="3003313"/>
            <a:ext cx="2298859" cy="358556"/>
          </a:xfrm>
          <a:prstGeom prst="rect">
            <a:avLst/>
          </a:prstGeom>
          <a:noFill/>
          <a:ln/>
        </p:spPr>
        <p:txBody>
          <a:bodyPr wrap="none" lIns="0" tIns="0" rIns="0" bIns="0" rtlCol="0" anchor="t"/>
          <a:lstStyle/>
          <a:p>
            <a:pPr marL="0" indent="0" algn="l">
              <a:lnSpc>
                <a:spcPts val="2250"/>
              </a:lnSpc>
              <a:buNone/>
            </a:pPr>
            <a:r>
              <a:rPr lang="en-US" sz="1800" kern="0" spc="-54" dirty="0">
                <a:solidFill>
                  <a:srgbClr val="2B2E3C"/>
                </a:solidFill>
                <a:latin typeface="Bitter Medium" pitchFamily="34" charset="0"/>
                <a:ea typeface="Bitter Medium" pitchFamily="34" charset="-122"/>
                <a:cs typeface="Bitter Medium" pitchFamily="34" charset="-120"/>
              </a:rPr>
              <a:t>Card Tracking</a:t>
            </a:r>
            <a:endParaRPr lang="en-US" sz="1800" dirty="0"/>
          </a:p>
        </p:txBody>
      </p:sp>
      <p:sp>
        <p:nvSpPr>
          <p:cNvPr id="11" name="Text 7"/>
          <p:cNvSpPr/>
          <p:nvPr/>
        </p:nvSpPr>
        <p:spPr>
          <a:xfrm>
            <a:off x="5520809" y="3350201"/>
            <a:ext cx="4084201" cy="292498"/>
          </a:xfrm>
          <a:prstGeom prst="rect">
            <a:avLst/>
          </a:prstGeom>
          <a:noFill/>
          <a:ln/>
        </p:spPr>
        <p:txBody>
          <a:bodyPr wrap="none" lIns="0" tIns="0" rIns="0" bIns="0" rtlCol="0" anchor="t"/>
          <a:lstStyle/>
          <a:p>
            <a:pPr marL="0" indent="0" algn="l">
              <a:lnSpc>
                <a:spcPts val="2300"/>
              </a:lnSpc>
              <a:buNone/>
            </a:pPr>
            <a:r>
              <a:rPr lang="en-US" sz="1400" kern="0" spc="-29" dirty="0">
                <a:solidFill>
                  <a:srgbClr val="2B2E3C"/>
                </a:solidFill>
                <a:latin typeface="Open Sans" pitchFamily="34" charset="0"/>
                <a:ea typeface="Open Sans" pitchFamily="34" charset="-122"/>
                <a:cs typeface="Open Sans" pitchFamily="34" charset="-120"/>
              </a:rPr>
              <a:t>Manages cards, matches, score, incorrect guesses</a:t>
            </a:r>
            <a:endParaRPr lang="en-US" sz="1400" dirty="0"/>
          </a:p>
        </p:txBody>
      </p:sp>
      <p:sp>
        <p:nvSpPr>
          <p:cNvPr id="12" name="Shape 8"/>
          <p:cNvSpPr/>
          <p:nvPr/>
        </p:nvSpPr>
        <p:spPr>
          <a:xfrm>
            <a:off x="5271075" y="3908346"/>
            <a:ext cx="8594527" cy="11430"/>
          </a:xfrm>
          <a:prstGeom prst="roundRect">
            <a:avLst>
              <a:gd name="adj" fmla="val 675802"/>
            </a:avLst>
          </a:prstGeom>
          <a:solidFill>
            <a:srgbClr val="E2C8B5"/>
          </a:solidFill>
          <a:ln/>
        </p:spPr>
        <p:txBody>
          <a:bodyPr/>
          <a:lstStyle/>
          <a:p>
            <a:endParaRPr lang="en-IN"/>
          </a:p>
        </p:txBody>
      </p:sp>
      <p:pic>
        <p:nvPicPr>
          <p:cNvPr id="13" name="Image 2" descr="preencoded.png"/>
          <p:cNvPicPr>
            <a:picLocks noChangeAspect="1"/>
          </p:cNvPicPr>
          <p:nvPr/>
        </p:nvPicPr>
        <p:blipFill>
          <a:blip r:embed="rId5"/>
          <a:stretch>
            <a:fillRect/>
          </a:stretch>
        </p:blipFill>
        <p:spPr>
          <a:xfrm>
            <a:off x="2043827" y="4030742"/>
            <a:ext cx="3962876" cy="1059537"/>
          </a:xfrm>
          <a:prstGeom prst="rect">
            <a:avLst/>
          </a:prstGeom>
        </p:spPr>
      </p:pic>
      <p:sp>
        <p:nvSpPr>
          <p:cNvPr id="14" name="Text 9"/>
          <p:cNvSpPr/>
          <p:nvPr/>
        </p:nvSpPr>
        <p:spPr>
          <a:xfrm>
            <a:off x="3916918" y="4005024"/>
            <a:ext cx="124658" cy="367784"/>
          </a:xfrm>
          <a:prstGeom prst="rect">
            <a:avLst/>
          </a:prstGeom>
          <a:noFill/>
          <a:ln/>
        </p:spPr>
        <p:txBody>
          <a:bodyPr wrap="none" lIns="0" tIns="0" rIns="0" bIns="0" rtlCol="0" anchor="t"/>
          <a:lstStyle/>
          <a:p>
            <a:pPr marL="0" indent="0" algn="ctr">
              <a:lnSpc>
                <a:spcPts val="2850"/>
              </a:lnSpc>
              <a:buNone/>
            </a:pPr>
            <a:r>
              <a:rPr lang="en-US" sz="1800" kern="0" spc="-54" dirty="0">
                <a:solidFill>
                  <a:srgbClr val="2B2E3C"/>
                </a:solidFill>
                <a:latin typeface="Bitter Medium" pitchFamily="34" charset="0"/>
                <a:ea typeface="Bitter Medium" pitchFamily="34" charset="-122"/>
                <a:cs typeface="Bitter Medium" pitchFamily="34" charset="-120"/>
              </a:rPr>
              <a:t>3</a:t>
            </a:r>
            <a:endParaRPr lang="en-US" sz="1800" dirty="0"/>
          </a:p>
        </p:txBody>
      </p:sp>
      <p:sp>
        <p:nvSpPr>
          <p:cNvPr id="15" name="Text 10"/>
          <p:cNvSpPr/>
          <p:nvPr/>
        </p:nvSpPr>
        <p:spPr>
          <a:xfrm>
            <a:off x="6159289" y="4132360"/>
            <a:ext cx="2298859" cy="310277"/>
          </a:xfrm>
          <a:prstGeom prst="rect">
            <a:avLst/>
          </a:prstGeom>
          <a:noFill/>
          <a:ln/>
        </p:spPr>
        <p:txBody>
          <a:bodyPr wrap="none" lIns="0" tIns="0" rIns="0" bIns="0" rtlCol="0" anchor="t"/>
          <a:lstStyle/>
          <a:p>
            <a:pPr marL="0" indent="0" algn="l">
              <a:lnSpc>
                <a:spcPts val="2250"/>
              </a:lnSpc>
              <a:buNone/>
            </a:pPr>
            <a:r>
              <a:rPr lang="en-US" sz="1800" kern="0" spc="-54" dirty="0">
                <a:solidFill>
                  <a:srgbClr val="2B2E3C"/>
                </a:solidFill>
                <a:latin typeface="Bitter Medium" pitchFamily="34" charset="0"/>
                <a:ea typeface="Bitter Medium" pitchFamily="34" charset="-122"/>
                <a:cs typeface="Bitter Medium" pitchFamily="34" charset="-120"/>
              </a:rPr>
              <a:t>Game Functions</a:t>
            </a:r>
            <a:endParaRPr lang="en-US" sz="1800" dirty="0"/>
          </a:p>
        </p:txBody>
      </p:sp>
      <p:sp>
        <p:nvSpPr>
          <p:cNvPr id="16" name="Text 11"/>
          <p:cNvSpPr/>
          <p:nvPr/>
        </p:nvSpPr>
        <p:spPr>
          <a:xfrm>
            <a:off x="6202862" y="4469032"/>
            <a:ext cx="3131582" cy="425052"/>
          </a:xfrm>
          <a:prstGeom prst="rect">
            <a:avLst/>
          </a:prstGeom>
          <a:noFill/>
          <a:ln/>
        </p:spPr>
        <p:txBody>
          <a:bodyPr wrap="none" lIns="0" tIns="0" rIns="0" bIns="0" rtlCol="0" anchor="t"/>
          <a:lstStyle/>
          <a:p>
            <a:pPr marL="0" indent="0" algn="l">
              <a:lnSpc>
                <a:spcPts val="2300"/>
              </a:lnSpc>
              <a:buNone/>
            </a:pPr>
            <a:r>
              <a:rPr lang="en-US" sz="1400" kern="0" spc="-29" dirty="0">
                <a:solidFill>
                  <a:srgbClr val="2B2E3C"/>
                </a:solidFill>
                <a:latin typeface="Open Sans" pitchFamily="34" charset="0"/>
                <a:ea typeface="Open Sans" pitchFamily="34" charset="-122"/>
                <a:cs typeface="Open Sans" pitchFamily="34" charset="-120"/>
              </a:rPr>
              <a:t>choose(card:), resetIncorrectGuesses()</a:t>
            </a:r>
            <a:endParaRPr lang="en-US" sz="1400" dirty="0"/>
          </a:p>
        </p:txBody>
      </p:sp>
      <p:sp>
        <p:nvSpPr>
          <p:cNvPr id="17" name="Shape 12"/>
          <p:cNvSpPr/>
          <p:nvPr/>
        </p:nvSpPr>
        <p:spPr>
          <a:xfrm>
            <a:off x="5987109" y="5058470"/>
            <a:ext cx="7934087" cy="11430"/>
          </a:xfrm>
          <a:prstGeom prst="roundRect">
            <a:avLst>
              <a:gd name="adj" fmla="val 675802"/>
            </a:avLst>
          </a:prstGeom>
          <a:solidFill>
            <a:srgbClr val="E2C8B5"/>
          </a:solidFill>
          <a:ln/>
        </p:spPr>
        <p:txBody>
          <a:bodyPr/>
          <a:lstStyle/>
          <a:p>
            <a:endParaRPr lang="en-IN"/>
          </a:p>
        </p:txBody>
      </p:sp>
      <p:pic>
        <p:nvPicPr>
          <p:cNvPr id="18" name="Image 3" descr="preencoded.png"/>
          <p:cNvPicPr>
            <a:picLocks noChangeAspect="1"/>
          </p:cNvPicPr>
          <p:nvPr/>
        </p:nvPicPr>
        <p:blipFill>
          <a:blip r:embed="rId6"/>
          <a:stretch>
            <a:fillRect/>
          </a:stretch>
        </p:blipFill>
        <p:spPr>
          <a:xfrm>
            <a:off x="1397198" y="5213985"/>
            <a:ext cx="5283756" cy="1059537"/>
          </a:xfrm>
          <a:prstGeom prst="rect">
            <a:avLst/>
          </a:prstGeom>
        </p:spPr>
      </p:pic>
      <p:sp>
        <p:nvSpPr>
          <p:cNvPr id="19" name="Text 13"/>
          <p:cNvSpPr/>
          <p:nvPr/>
        </p:nvSpPr>
        <p:spPr>
          <a:xfrm>
            <a:off x="3914656" y="5243513"/>
            <a:ext cx="129183" cy="367784"/>
          </a:xfrm>
          <a:prstGeom prst="rect">
            <a:avLst/>
          </a:prstGeom>
          <a:noFill/>
          <a:ln/>
        </p:spPr>
        <p:txBody>
          <a:bodyPr wrap="none" lIns="0" tIns="0" rIns="0" bIns="0" rtlCol="0" anchor="t"/>
          <a:lstStyle/>
          <a:p>
            <a:pPr marL="0" indent="0" algn="ctr">
              <a:lnSpc>
                <a:spcPts val="2850"/>
              </a:lnSpc>
              <a:buNone/>
            </a:pPr>
            <a:r>
              <a:rPr lang="en-US" sz="1800" kern="0" spc="-54" dirty="0">
                <a:solidFill>
                  <a:srgbClr val="2B2E3C"/>
                </a:solidFill>
                <a:latin typeface="Bitter Medium" pitchFamily="34" charset="0"/>
                <a:ea typeface="Bitter Medium" pitchFamily="34" charset="-122"/>
                <a:cs typeface="Bitter Medium" pitchFamily="34" charset="-120"/>
              </a:rPr>
              <a:t>4</a:t>
            </a:r>
            <a:endParaRPr lang="en-US" sz="1800" dirty="0"/>
          </a:p>
        </p:txBody>
      </p:sp>
      <p:sp>
        <p:nvSpPr>
          <p:cNvPr id="20" name="Text 14"/>
          <p:cNvSpPr/>
          <p:nvPr/>
        </p:nvSpPr>
        <p:spPr>
          <a:xfrm>
            <a:off x="6850082" y="5292131"/>
            <a:ext cx="2298859" cy="337126"/>
          </a:xfrm>
          <a:prstGeom prst="rect">
            <a:avLst/>
          </a:prstGeom>
          <a:noFill/>
          <a:ln/>
        </p:spPr>
        <p:txBody>
          <a:bodyPr wrap="none" lIns="0" tIns="0" rIns="0" bIns="0" rtlCol="0" anchor="t"/>
          <a:lstStyle/>
          <a:p>
            <a:pPr marL="0" indent="0" algn="l">
              <a:lnSpc>
                <a:spcPts val="2250"/>
              </a:lnSpc>
              <a:buNone/>
            </a:pPr>
            <a:r>
              <a:rPr lang="en-US" sz="1800" kern="0" spc="-54" dirty="0">
                <a:solidFill>
                  <a:srgbClr val="2B2E3C"/>
                </a:solidFill>
                <a:latin typeface="Bitter Medium" pitchFamily="34" charset="0"/>
                <a:ea typeface="Bitter Medium" pitchFamily="34" charset="-122"/>
                <a:cs typeface="Bitter Medium" pitchFamily="34" charset="-120"/>
              </a:rPr>
              <a:t>Card Structure</a:t>
            </a:r>
            <a:endParaRPr lang="en-US" sz="1800" dirty="0"/>
          </a:p>
        </p:txBody>
      </p:sp>
      <p:sp>
        <p:nvSpPr>
          <p:cNvPr id="21" name="Text 15"/>
          <p:cNvSpPr/>
          <p:nvPr/>
        </p:nvSpPr>
        <p:spPr>
          <a:xfrm>
            <a:off x="6850082" y="5633608"/>
            <a:ext cx="3579733" cy="316349"/>
          </a:xfrm>
          <a:prstGeom prst="rect">
            <a:avLst/>
          </a:prstGeom>
          <a:noFill/>
          <a:ln/>
        </p:spPr>
        <p:txBody>
          <a:bodyPr wrap="none" lIns="0" tIns="0" rIns="0" bIns="0" rtlCol="0" anchor="t"/>
          <a:lstStyle/>
          <a:p>
            <a:pPr marL="0" indent="0" algn="l">
              <a:lnSpc>
                <a:spcPts val="2300"/>
              </a:lnSpc>
              <a:buNone/>
            </a:pPr>
            <a:r>
              <a:rPr lang="en-US" sz="1400" kern="0" spc="-29" dirty="0">
                <a:solidFill>
                  <a:srgbClr val="2B2E3C"/>
                </a:solidFill>
                <a:latin typeface="Open Sans" pitchFamily="34" charset="0"/>
                <a:ea typeface="Open Sans" pitchFamily="34" charset="-122"/>
                <a:cs typeface="Open Sans" pitchFamily="34" charset="-120"/>
              </a:rPr>
              <a:t>Properties: isFaceUp, isMatched, content, id</a:t>
            </a:r>
            <a:endParaRPr lang="en-US" sz="1400" dirty="0"/>
          </a:p>
        </p:txBody>
      </p:sp>
      <p:sp>
        <p:nvSpPr>
          <p:cNvPr id="22" name="Shape 16"/>
          <p:cNvSpPr/>
          <p:nvPr/>
        </p:nvSpPr>
        <p:spPr>
          <a:xfrm>
            <a:off x="6647549" y="6208594"/>
            <a:ext cx="7273647" cy="11430"/>
          </a:xfrm>
          <a:prstGeom prst="roundRect">
            <a:avLst>
              <a:gd name="adj" fmla="val 675802"/>
            </a:avLst>
          </a:prstGeom>
          <a:solidFill>
            <a:srgbClr val="E2C8B5"/>
          </a:solidFill>
          <a:ln/>
        </p:spPr>
        <p:txBody>
          <a:bodyPr/>
          <a:lstStyle/>
          <a:p>
            <a:endParaRPr lang="en-IN"/>
          </a:p>
        </p:txBody>
      </p:sp>
      <p:sp>
        <p:nvSpPr>
          <p:cNvPr id="25" name="Text 18"/>
          <p:cNvSpPr/>
          <p:nvPr/>
        </p:nvSpPr>
        <p:spPr>
          <a:xfrm>
            <a:off x="7465576" y="6053971"/>
            <a:ext cx="2298859" cy="287298"/>
          </a:xfrm>
          <a:prstGeom prst="rect">
            <a:avLst/>
          </a:prstGeom>
          <a:noFill/>
          <a:ln/>
        </p:spPr>
        <p:txBody>
          <a:bodyPr wrap="none" lIns="0" tIns="0" rIns="0" bIns="0" rtlCol="0" anchor="t"/>
          <a:lstStyle/>
          <a:p>
            <a:pPr marL="0" indent="0" algn="l">
              <a:lnSpc>
                <a:spcPts val="2250"/>
              </a:lnSpc>
              <a:buNone/>
            </a:pPr>
            <a:endParaRPr lang="en-US" sz="1800" dirty="0"/>
          </a:p>
        </p:txBody>
      </p:sp>
      <p:sp>
        <p:nvSpPr>
          <p:cNvPr id="27" name="Text 20"/>
          <p:cNvSpPr/>
          <p:nvPr/>
        </p:nvSpPr>
        <p:spPr>
          <a:xfrm>
            <a:off x="643652" y="7136487"/>
            <a:ext cx="13343096" cy="588645"/>
          </a:xfrm>
          <a:prstGeom prst="rect">
            <a:avLst/>
          </a:prstGeom>
          <a:noFill/>
          <a:ln/>
        </p:spPr>
        <p:txBody>
          <a:bodyPr wrap="square" lIns="0" tIns="0" rIns="0" bIns="0" rtlCol="0" anchor="t"/>
          <a:lstStyle/>
          <a:p>
            <a:pPr marL="0" indent="0">
              <a:lnSpc>
                <a:spcPts val="2300"/>
              </a:lnSpc>
              <a:buNone/>
            </a:pP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1814155"/>
            <a:ext cx="6864906" cy="708779"/>
          </a:xfrm>
          <a:prstGeom prst="rect">
            <a:avLst/>
          </a:prstGeom>
          <a:noFill/>
          <a:ln/>
        </p:spPr>
        <p:txBody>
          <a:bodyPr wrap="none" lIns="0" tIns="0" rIns="0" bIns="0" rtlCol="0" anchor="t"/>
          <a:lstStyle/>
          <a:p>
            <a:pPr marL="0" indent="0">
              <a:lnSpc>
                <a:spcPts val="5550"/>
              </a:lnSpc>
              <a:buNone/>
            </a:pPr>
            <a:r>
              <a:rPr lang="en-US" sz="4450" kern="0" spc="-134" dirty="0">
                <a:solidFill>
                  <a:srgbClr val="2C3F42"/>
                </a:solidFill>
                <a:latin typeface="Bitter Medium" pitchFamily="34" charset="0"/>
                <a:ea typeface="Bitter Medium" pitchFamily="34" charset="-122"/>
                <a:cs typeface="Bitter Medium" pitchFamily="34" charset="-120"/>
              </a:rPr>
              <a:t>User Interface Components</a:t>
            </a:r>
            <a:endParaRPr lang="en-US" sz="4450" dirty="0"/>
          </a:p>
        </p:txBody>
      </p:sp>
      <p:sp>
        <p:nvSpPr>
          <p:cNvPr id="3" name="Text 1"/>
          <p:cNvSpPr/>
          <p:nvPr/>
        </p:nvSpPr>
        <p:spPr>
          <a:xfrm>
            <a:off x="793790" y="3089910"/>
            <a:ext cx="3807262" cy="354330"/>
          </a:xfrm>
          <a:prstGeom prst="rect">
            <a:avLst/>
          </a:prstGeom>
          <a:noFill/>
          <a:ln/>
        </p:spPr>
        <p:txBody>
          <a:bodyPr wrap="none" lIns="0" tIns="0" rIns="0" bIns="0" rtlCol="0" anchor="t"/>
          <a:lstStyle/>
          <a:p>
            <a:pPr marL="0" indent="0">
              <a:lnSpc>
                <a:spcPts val="2750"/>
              </a:lnSpc>
              <a:buNone/>
            </a:pPr>
            <a:r>
              <a:rPr lang="en-US" sz="2200" kern="0" spc="-67" dirty="0">
                <a:solidFill>
                  <a:srgbClr val="2C3F42"/>
                </a:solidFill>
                <a:latin typeface="Bitter Medium" pitchFamily="34" charset="0"/>
                <a:ea typeface="Bitter Medium" pitchFamily="34" charset="-122"/>
                <a:cs typeface="Bitter Medium" pitchFamily="34" charset="-120"/>
              </a:rPr>
              <a:t>EmojiMemoryGameView.swift</a:t>
            </a:r>
            <a:endParaRPr lang="en-US" sz="2200" dirty="0"/>
          </a:p>
        </p:txBody>
      </p:sp>
      <p:sp>
        <p:nvSpPr>
          <p:cNvPr id="4" name="Text 2"/>
          <p:cNvSpPr/>
          <p:nvPr/>
        </p:nvSpPr>
        <p:spPr>
          <a:xfrm>
            <a:off x="793790" y="3671054"/>
            <a:ext cx="3978116" cy="2540318"/>
          </a:xfrm>
          <a:prstGeom prst="rect">
            <a:avLst/>
          </a:prstGeom>
          <a:noFill/>
          <a:ln/>
        </p:spPr>
        <p:txBody>
          <a:bodyPr wrap="square" lIns="0" tIns="0" rIns="0" bIns="0" rtlCol="0" anchor="t"/>
          <a:lstStyle/>
          <a:p>
            <a:pPr marL="0" indent="0">
              <a:lnSpc>
                <a:spcPts val="2850"/>
              </a:lnSpc>
              <a:buNone/>
            </a:pPr>
            <a:r>
              <a:rPr lang="en-US" sz="1750" kern="0" spc="-36" dirty="0">
                <a:solidFill>
                  <a:srgbClr val="2B2E3C"/>
                </a:solidFill>
                <a:latin typeface="Open Sans" pitchFamily="34" charset="0"/>
                <a:ea typeface="Open Sans" pitchFamily="34" charset="-122"/>
                <a:cs typeface="Open Sans" pitchFamily="34" charset="-120"/>
              </a:rPr>
              <a:t>- Main Game View - Displays grid of cards, timer, and incorrect guesses - Implements card tap actions - Uses CoreMotion for game reset via device shake - Includes CardView for individual card display - Integrates SpriteKitView for animated elements</a:t>
            </a:r>
            <a:endParaRPr lang="en-US" sz="1750" dirty="0"/>
          </a:p>
        </p:txBody>
      </p:sp>
      <p:sp>
        <p:nvSpPr>
          <p:cNvPr id="5" name="Text 3"/>
          <p:cNvSpPr/>
          <p:nvPr/>
        </p:nvSpPr>
        <p:spPr>
          <a:xfrm>
            <a:off x="5332928" y="3089910"/>
            <a:ext cx="3304342" cy="354330"/>
          </a:xfrm>
          <a:prstGeom prst="rect">
            <a:avLst/>
          </a:prstGeom>
          <a:noFill/>
          <a:ln/>
        </p:spPr>
        <p:txBody>
          <a:bodyPr wrap="none" lIns="0" tIns="0" rIns="0" bIns="0" rtlCol="0" anchor="t"/>
          <a:lstStyle/>
          <a:p>
            <a:pPr marL="0" indent="0">
              <a:lnSpc>
                <a:spcPts val="2750"/>
              </a:lnSpc>
              <a:buNone/>
            </a:pPr>
            <a:r>
              <a:rPr lang="en-US" sz="2200" kern="0" spc="-67" dirty="0">
                <a:solidFill>
                  <a:srgbClr val="2C3F42"/>
                </a:solidFill>
                <a:latin typeface="Bitter Medium" pitchFamily="34" charset="0"/>
                <a:ea typeface="Bitter Medium" pitchFamily="34" charset="-122"/>
                <a:cs typeface="Bitter Medium" pitchFamily="34" charset="-120"/>
              </a:rPr>
              <a:t>ThemeSelectionView.swift</a:t>
            </a:r>
            <a:endParaRPr lang="en-US" sz="2200" dirty="0"/>
          </a:p>
        </p:txBody>
      </p:sp>
      <p:sp>
        <p:nvSpPr>
          <p:cNvPr id="6" name="Text 4"/>
          <p:cNvSpPr/>
          <p:nvPr/>
        </p:nvSpPr>
        <p:spPr>
          <a:xfrm>
            <a:off x="5332928" y="3671054"/>
            <a:ext cx="3978116" cy="1814513"/>
          </a:xfrm>
          <a:prstGeom prst="rect">
            <a:avLst/>
          </a:prstGeom>
          <a:noFill/>
          <a:ln/>
        </p:spPr>
        <p:txBody>
          <a:bodyPr wrap="square" lIns="0" tIns="0" rIns="0" bIns="0" rtlCol="0" anchor="t"/>
          <a:lstStyle/>
          <a:p>
            <a:pPr marL="0" indent="0">
              <a:lnSpc>
                <a:spcPts val="2850"/>
              </a:lnSpc>
              <a:buNone/>
            </a:pPr>
            <a:r>
              <a:rPr lang="en-US" sz="1750" kern="0" spc="-36" dirty="0">
                <a:solidFill>
                  <a:srgbClr val="2B2E3C"/>
                </a:solidFill>
                <a:latin typeface="Open Sans" pitchFamily="34" charset="0"/>
                <a:ea typeface="Open Sans" pitchFamily="34" charset="-122"/>
                <a:cs typeface="Open Sans" pitchFamily="34" charset="-120"/>
              </a:rPr>
              <a:t>- Displays available themes in a list - Allows editing or adding themes - Provides option to reset themes to default - Serves as the app's entry point</a:t>
            </a:r>
            <a:endParaRPr lang="en-US" sz="1750" dirty="0"/>
          </a:p>
        </p:txBody>
      </p:sp>
      <p:sp>
        <p:nvSpPr>
          <p:cNvPr id="7" name="Text 5"/>
          <p:cNvSpPr/>
          <p:nvPr/>
        </p:nvSpPr>
        <p:spPr>
          <a:xfrm>
            <a:off x="9872067" y="3089910"/>
            <a:ext cx="2911316" cy="354330"/>
          </a:xfrm>
          <a:prstGeom prst="rect">
            <a:avLst/>
          </a:prstGeom>
          <a:noFill/>
          <a:ln/>
        </p:spPr>
        <p:txBody>
          <a:bodyPr wrap="none" lIns="0" tIns="0" rIns="0" bIns="0" rtlCol="0" anchor="t"/>
          <a:lstStyle/>
          <a:p>
            <a:pPr marL="0" indent="0">
              <a:lnSpc>
                <a:spcPts val="2750"/>
              </a:lnSpc>
              <a:buNone/>
            </a:pPr>
            <a:r>
              <a:rPr lang="en-US" sz="2200" kern="0" spc="-67" dirty="0">
                <a:solidFill>
                  <a:srgbClr val="2C3F42"/>
                </a:solidFill>
                <a:latin typeface="Bitter Medium" pitchFamily="34" charset="0"/>
                <a:ea typeface="Bitter Medium" pitchFamily="34" charset="-122"/>
                <a:cs typeface="Bitter Medium" pitchFamily="34" charset="-120"/>
              </a:rPr>
              <a:t>ThemeEditorView.swift</a:t>
            </a:r>
            <a:endParaRPr lang="en-US" sz="2200" dirty="0"/>
          </a:p>
        </p:txBody>
      </p:sp>
      <p:sp>
        <p:nvSpPr>
          <p:cNvPr id="8" name="Text 6"/>
          <p:cNvSpPr/>
          <p:nvPr/>
        </p:nvSpPr>
        <p:spPr>
          <a:xfrm>
            <a:off x="9872067" y="3671054"/>
            <a:ext cx="3978116" cy="1451610"/>
          </a:xfrm>
          <a:prstGeom prst="rect">
            <a:avLst/>
          </a:prstGeom>
          <a:noFill/>
          <a:ln/>
        </p:spPr>
        <p:txBody>
          <a:bodyPr wrap="square" lIns="0" tIns="0" rIns="0" bIns="0" rtlCol="0" anchor="t"/>
          <a:lstStyle/>
          <a:p>
            <a:pPr marL="0" indent="0">
              <a:lnSpc>
                <a:spcPts val="2850"/>
              </a:lnSpc>
              <a:buNone/>
            </a:pPr>
            <a:r>
              <a:rPr lang="en-US" sz="1750" kern="0" spc="-36" dirty="0">
                <a:solidFill>
                  <a:srgbClr val="2B2E3C"/>
                </a:solidFill>
                <a:latin typeface="Open Sans" pitchFamily="34" charset="0"/>
                <a:ea typeface="Open Sans" pitchFamily="34" charset="-122"/>
                <a:cs typeface="Open Sans" pitchFamily="34" charset="-120"/>
              </a:rPr>
              <a:t>- Modal editor for customizing themes - Input fields for theme name, emojis, and accent color - Used within ThemeSelectionView.swift</a:t>
            </a:r>
            <a:endParaRPr lang="en-US" sz="1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0"/>
          <p:cNvSpPr/>
          <p:nvPr/>
        </p:nvSpPr>
        <p:spPr>
          <a:xfrm>
            <a:off x="6170057" y="537448"/>
            <a:ext cx="6407587" cy="610433"/>
          </a:xfrm>
          <a:prstGeom prst="rect">
            <a:avLst/>
          </a:prstGeom>
          <a:noFill/>
          <a:ln/>
        </p:spPr>
        <p:txBody>
          <a:bodyPr wrap="none" lIns="0" tIns="0" rIns="0" bIns="0" rtlCol="0" anchor="t"/>
          <a:lstStyle/>
          <a:p>
            <a:pPr marL="0" indent="0">
              <a:lnSpc>
                <a:spcPts val="4800"/>
              </a:lnSpc>
              <a:buNone/>
            </a:pPr>
            <a:r>
              <a:rPr lang="en-US" sz="3800" kern="0" spc="-115" dirty="0">
                <a:solidFill>
                  <a:srgbClr val="2C3F42"/>
                </a:solidFill>
                <a:latin typeface="Bitter Medium" pitchFamily="34" charset="0"/>
                <a:ea typeface="Bitter Medium" pitchFamily="34" charset="-122"/>
                <a:cs typeface="Bitter Medium" pitchFamily="34" charset="-120"/>
              </a:rPr>
              <a:t>Animations and Visual Effects</a:t>
            </a:r>
            <a:endParaRPr lang="en-US" sz="3800" dirty="0"/>
          </a:p>
        </p:txBody>
      </p:sp>
      <p:pic>
        <p:nvPicPr>
          <p:cNvPr id="4" name="Image 1" descr="preencoded.png"/>
          <p:cNvPicPr>
            <a:picLocks noChangeAspect="1"/>
          </p:cNvPicPr>
          <p:nvPr/>
        </p:nvPicPr>
        <p:blipFill>
          <a:blip r:embed="rId3"/>
          <a:stretch>
            <a:fillRect/>
          </a:stretch>
        </p:blipFill>
        <p:spPr>
          <a:xfrm>
            <a:off x="6170057" y="1440894"/>
            <a:ext cx="976670" cy="1562814"/>
          </a:xfrm>
          <a:prstGeom prst="rect">
            <a:avLst/>
          </a:prstGeom>
        </p:spPr>
      </p:pic>
      <p:sp>
        <p:nvSpPr>
          <p:cNvPr id="5" name="Text 1"/>
          <p:cNvSpPr/>
          <p:nvPr/>
        </p:nvSpPr>
        <p:spPr>
          <a:xfrm>
            <a:off x="7439739" y="1636157"/>
            <a:ext cx="2441853" cy="305157"/>
          </a:xfrm>
          <a:prstGeom prst="rect">
            <a:avLst/>
          </a:prstGeom>
          <a:noFill/>
          <a:ln/>
        </p:spPr>
        <p:txBody>
          <a:bodyPr wrap="none" lIns="0" tIns="0" rIns="0" bIns="0" rtlCol="0" anchor="t"/>
          <a:lstStyle/>
          <a:p>
            <a:pPr marL="0" indent="0" algn="l">
              <a:lnSpc>
                <a:spcPts val="2400"/>
              </a:lnSpc>
              <a:buNone/>
            </a:pPr>
            <a:r>
              <a:rPr lang="en-US" sz="1900" kern="0" spc="-58" dirty="0">
                <a:solidFill>
                  <a:srgbClr val="2B2E3C"/>
                </a:solidFill>
                <a:latin typeface="Bitter Medium" pitchFamily="34" charset="0"/>
                <a:ea typeface="Bitter Medium" pitchFamily="34" charset="-122"/>
                <a:cs typeface="Bitter Medium" pitchFamily="34" charset="-120"/>
              </a:rPr>
              <a:t>Cardify.swift</a:t>
            </a:r>
            <a:endParaRPr lang="en-US" sz="1900" dirty="0"/>
          </a:p>
        </p:txBody>
      </p:sp>
      <p:sp>
        <p:nvSpPr>
          <p:cNvPr id="6" name="Text 2"/>
          <p:cNvSpPr/>
          <p:nvPr/>
        </p:nvSpPr>
        <p:spPr>
          <a:xfrm>
            <a:off x="7439739" y="2058472"/>
            <a:ext cx="6507004" cy="312539"/>
          </a:xfrm>
          <a:prstGeom prst="rect">
            <a:avLst/>
          </a:prstGeom>
          <a:noFill/>
          <a:ln/>
        </p:spPr>
        <p:txBody>
          <a:bodyPr wrap="none" lIns="0" tIns="0" rIns="0" bIns="0" rtlCol="0" anchor="t"/>
          <a:lstStyle/>
          <a:p>
            <a:pPr marL="0" indent="0" algn="l">
              <a:lnSpc>
                <a:spcPts val="2450"/>
              </a:lnSpc>
              <a:buNone/>
            </a:pPr>
            <a:r>
              <a:rPr lang="en-US" sz="1500" kern="0" spc="-31" dirty="0">
                <a:solidFill>
                  <a:srgbClr val="2B2E3C"/>
                </a:solidFill>
                <a:latin typeface="Open Sans" pitchFamily="34" charset="0"/>
                <a:ea typeface="Open Sans" pitchFamily="34" charset="-122"/>
                <a:cs typeface="Open Sans" pitchFamily="34" charset="-120"/>
              </a:rPr>
              <a:t>Custom SwiftUI modifier for 3D card flip animations</a:t>
            </a:r>
            <a:endParaRPr lang="en-US" sz="1500" dirty="0"/>
          </a:p>
        </p:txBody>
      </p:sp>
      <p:pic>
        <p:nvPicPr>
          <p:cNvPr id="7" name="Image 2" descr="preencoded.png"/>
          <p:cNvPicPr>
            <a:picLocks noChangeAspect="1"/>
          </p:cNvPicPr>
          <p:nvPr/>
        </p:nvPicPr>
        <p:blipFill>
          <a:blip r:embed="rId4"/>
          <a:stretch>
            <a:fillRect/>
          </a:stretch>
        </p:blipFill>
        <p:spPr>
          <a:xfrm>
            <a:off x="6170057" y="3003709"/>
            <a:ext cx="976670" cy="1562814"/>
          </a:xfrm>
          <a:prstGeom prst="rect">
            <a:avLst/>
          </a:prstGeom>
        </p:spPr>
      </p:pic>
      <p:sp>
        <p:nvSpPr>
          <p:cNvPr id="8" name="Text 3"/>
          <p:cNvSpPr/>
          <p:nvPr/>
        </p:nvSpPr>
        <p:spPr>
          <a:xfrm>
            <a:off x="7439739" y="3198971"/>
            <a:ext cx="2441853" cy="305157"/>
          </a:xfrm>
          <a:prstGeom prst="rect">
            <a:avLst/>
          </a:prstGeom>
          <a:noFill/>
          <a:ln/>
        </p:spPr>
        <p:txBody>
          <a:bodyPr wrap="none" lIns="0" tIns="0" rIns="0" bIns="0" rtlCol="0" anchor="t"/>
          <a:lstStyle/>
          <a:p>
            <a:pPr marL="0" indent="0" algn="l">
              <a:lnSpc>
                <a:spcPts val="2400"/>
              </a:lnSpc>
              <a:buNone/>
            </a:pPr>
            <a:r>
              <a:rPr lang="en-US" sz="1900" kern="0" spc="-58" dirty="0">
                <a:solidFill>
                  <a:srgbClr val="2B2E3C"/>
                </a:solidFill>
                <a:latin typeface="Bitter Medium" pitchFamily="34" charset="0"/>
                <a:ea typeface="Bitter Medium" pitchFamily="34" charset="-122"/>
                <a:cs typeface="Bitter Medium" pitchFamily="34" charset="-120"/>
              </a:rPr>
              <a:t>SpriteCard.swift</a:t>
            </a:r>
            <a:endParaRPr lang="en-US" sz="1900" dirty="0"/>
          </a:p>
        </p:txBody>
      </p:sp>
      <p:sp>
        <p:nvSpPr>
          <p:cNvPr id="9" name="Text 4"/>
          <p:cNvSpPr/>
          <p:nvPr/>
        </p:nvSpPr>
        <p:spPr>
          <a:xfrm>
            <a:off x="7439739" y="3621286"/>
            <a:ext cx="6507004" cy="312539"/>
          </a:xfrm>
          <a:prstGeom prst="rect">
            <a:avLst/>
          </a:prstGeom>
          <a:noFill/>
          <a:ln/>
        </p:spPr>
        <p:txBody>
          <a:bodyPr wrap="none" lIns="0" tIns="0" rIns="0" bIns="0" rtlCol="0" anchor="t"/>
          <a:lstStyle/>
          <a:p>
            <a:pPr marL="0" indent="0" algn="l">
              <a:lnSpc>
                <a:spcPts val="2450"/>
              </a:lnSpc>
              <a:buNone/>
            </a:pPr>
            <a:r>
              <a:rPr lang="en-US" sz="1500" kern="0" spc="-31" dirty="0">
                <a:solidFill>
                  <a:srgbClr val="2B2E3C"/>
                </a:solidFill>
                <a:latin typeface="Open Sans" pitchFamily="34" charset="0"/>
                <a:ea typeface="Open Sans" pitchFamily="34" charset="-122"/>
                <a:cs typeface="Open Sans" pitchFamily="34" charset="-120"/>
              </a:rPr>
              <a:t>Implements animateCardRemoval() for moving cards off-screen</a:t>
            </a:r>
            <a:endParaRPr lang="en-US" sz="1500" dirty="0"/>
          </a:p>
        </p:txBody>
      </p:sp>
      <p:pic>
        <p:nvPicPr>
          <p:cNvPr id="10" name="Image 3" descr="preencoded.png"/>
          <p:cNvPicPr>
            <a:picLocks noChangeAspect="1"/>
          </p:cNvPicPr>
          <p:nvPr/>
        </p:nvPicPr>
        <p:blipFill>
          <a:blip r:embed="rId5"/>
          <a:stretch>
            <a:fillRect/>
          </a:stretch>
        </p:blipFill>
        <p:spPr>
          <a:xfrm>
            <a:off x="6170057" y="4566523"/>
            <a:ext cx="976670" cy="1562814"/>
          </a:xfrm>
          <a:prstGeom prst="rect">
            <a:avLst/>
          </a:prstGeom>
        </p:spPr>
      </p:pic>
      <p:sp>
        <p:nvSpPr>
          <p:cNvPr id="11" name="Text 5"/>
          <p:cNvSpPr/>
          <p:nvPr/>
        </p:nvSpPr>
        <p:spPr>
          <a:xfrm>
            <a:off x="7439739" y="4761786"/>
            <a:ext cx="2441853" cy="305157"/>
          </a:xfrm>
          <a:prstGeom prst="rect">
            <a:avLst/>
          </a:prstGeom>
          <a:noFill/>
          <a:ln/>
        </p:spPr>
        <p:txBody>
          <a:bodyPr wrap="none" lIns="0" tIns="0" rIns="0" bIns="0" rtlCol="0" anchor="t"/>
          <a:lstStyle/>
          <a:p>
            <a:pPr marL="0" indent="0" algn="l">
              <a:lnSpc>
                <a:spcPts val="2400"/>
              </a:lnSpc>
              <a:buNone/>
            </a:pPr>
            <a:r>
              <a:rPr lang="en-US" sz="1900" kern="0" spc="-58" dirty="0">
                <a:solidFill>
                  <a:srgbClr val="2B2E3C"/>
                </a:solidFill>
                <a:latin typeface="Bitter Medium" pitchFamily="34" charset="0"/>
                <a:ea typeface="Bitter Medium" pitchFamily="34" charset="-122"/>
                <a:cs typeface="Bitter Medium" pitchFamily="34" charset="-120"/>
              </a:rPr>
              <a:t>SpriteKitView</a:t>
            </a:r>
            <a:endParaRPr lang="en-US" sz="1900" dirty="0"/>
          </a:p>
        </p:txBody>
      </p:sp>
      <p:sp>
        <p:nvSpPr>
          <p:cNvPr id="12" name="Text 6"/>
          <p:cNvSpPr/>
          <p:nvPr/>
        </p:nvSpPr>
        <p:spPr>
          <a:xfrm>
            <a:off x="7439739" y="5184100"/>
            <a:ext cx="6507004" cy="312539"/>
          </a:xfrm>
          <a:prstGeom prst="rect">
            <a:avLst/>
          </a:prstGeom>
          <a:noFill/>
          <a:ln/>
        </p:spPr>
        <p:txBody>
          <a:bodyPr wrap="none" lIns="0" tIns="0" rIns="0" bIns="0" rtlCol="0" anchor="t"/>
          <a:lstStyle/>
          <a:p>
            <a:pPr marL="0" indent="0" algn="l">
              <a:lnSpc>
                <a:spcPts val="2450"/>
              </a:lnSpc>
              <a:buNone/>
            </a:pPr>
            <a:r>
              <a:rPr lang="en-US" sz="1500" kern="0" spc="-31" dirty="0">
                <a:solidFill>
                  <a:srgbClr val="2B2E3C"/>
                </a:solidFill>
                <a:latin typeface="Open Sans" pitchFamily="34" charset="0"/>
                <a:ea typeface="Open Sans" pitchFamily="34" charset="-122"/>
                <a:cs typeface="Open Sans" pitchFamily="34" charset="-120"/>
              </a:rPr>
              <a:t>Integrates SpriteKit animations into SwiftUI view</a:t>
            </a:r>
            <a:endParaRPr lang="en-US" sz="1500" dirty="0"/>
          </a:p>
        </p:txBody>
      </p:sp>
      <p:pic>
        <p:nvPicPr>
          <p:cNvPr id="13" name="Image 4" descr="preencoded.png"/>
          <p:cNvPicPr>
            <a:picLocks noChangeAspect="1"/>
          </p:cNvPicPr>
          <p:nvPr/>
        </p:nvPicPr>
        <p:blipFill>
          <a:blip r:embed="rId6"/>
          <a:stretch>
            <a:fillRect/>
          </a:stretch>
        </p:blipFill>
        <p:spPr>
          <a:xfrm>
            <a:off x="6170057" y="6129338"/>
            <a:ext cx="976670" cy="1562814"/>
          </a:xfrm>
          <a:prstGeom prst="rect">
            <a:avLst/>
          </a:prstGeom>
        </p:spPr>
      </p:pic>
      <p:sp>
        <p:nvSpPr>
          <p:cNvPr id="14" name="Text 7"/>
          <p:cNvSpPr/>
          <p:nvPr/>
        </p:nvSpPr>
        <p:spPr>
          <a:xfrm>
            <a:off x="7439739" y="6324600"/>
            <a:ext cx="2441853" cy="305157"/>
          </a:xfrm>
          <a:prstGeom prst="rect">
            <a:avLst/>
          </a:prstGeom>
          <a:noFill/>
          <a:ln/>
        </p:spPr>
        <p:txBody>
          <a:bodyPr wrap="none" lIns="0" tIns="0" rIns="0" bIns="0" rtlCol="0" anchor="t"/>
          <a:lstStyle/>
          <a:p>
            <a:pPr marL="0" indent="0" algn="l">
              <a:lnSpc>
                <a:spcPts val="2400"/>
              </a:lnSpc>
              <a:buNone/>
            </a:pPr>
            <a:r>
              <a:rPr lang="en-US" sz="1900" kern="0" spc="-58" dirty="0">
                <a:solidFill>
                  <a:srgbClr val="2B2E3C"/>
                </a:solidFill>
                <a:latin typeface="Bitter Medium" pitchFamily="34" charset="0"/>
                <a:ea typeface="Bitter Medium" pitchFamily="34" charset="-122"/>
                <a:cs typeface="Bitter Medium" pitchFamily="34" charset="-120"/>
              </a:rPr>
              <a:t>CardView</a:t>
            </a:r>
            <a:endParaRPr lang="en-US" sz="1900" dirty="0"/>
          </a:p>
        </p:txBody>
      </p:sp>
      <p:sp>
        <p:nvSpPr>
          <p:cNvPr id="15" name="Text 8"/>
          <p:cNvSpPr/>
          <p:nvPr/>
        </p:nvSpPr>
        <p:spPr>
          <a:xfrm>
            <a:off x="7439739" y="6746915"/>
            <a:ext cx="6507004" cy="312539"/>
          </a:xfrm>
          <a:prstGeom prst="rect">
            <a:avLst/>
          </a:prstGeom>
          <a:noFill/>
          <a:ln/>
        </p:spPr>
        <p:txBody>
          <a:bodyPr wrap="none" lIns="0" tIns="0" rIns="0" bIns="0" rtlCol="0" anchor="t"/>
          <a:lstStyle/>
          <a:p>
            <a:pPr marL="0" indent="0" algn="l">
              <a:lnSpc>
                <a:spcPts val="2450"/>
              </a:lnSpc>
              <a:buNone/>
            </a:pPr>
            <a:r>
              <a:rPr lang="en-US" sz="1500" kern="0" spc="-31" dirty="0">
                <a:solidFill>
                  <a:srgbClr val="2B2E3C"/>
                </a:solidFill>
                <a:latin typeface="Open Sans" pitchFamily="34" charset="0"/>
                <a:ea typeface="Open Sans" pitchFamily="34" charset="-122"/>
                <a:cs typeface="Open Sans" pitchFamily="34" charset="-120"/>
              </a:rPr>
              <a:t>Animates matched cards with scaling and spinning effects</a:t>
            </a:r>
            <a:endParaRPr lang="en-US" sz="1500" dirty="0"/>
          </a:p>
        </p:txBody>
      </p:sp>
      <p:pic>
        <p:nvPicPr>
          <p:cNvPr id="16" name="Picture 15">
            <a:extLst>
              <a:ext uri="{FF2B5EF4-FFF2-40B4-BE49-F238E27FC236}">
                <a16:creationId xmlns:a16="http://schemas.microsoft.com/office/drawing/2014/main" id="{6713E1C4-3DEA-A3C7-135F-383DD163F3F3}"/>
              </a:ext>
            </a:extLst>
          </p:cNvPr>
          <p:cNvPicPr>
            <a:picLocks noChangeAspect="1"/>
          </p:cNvPicPr>
          <p:nvPr/>
        </p:nvPicPr>
        <p:blipFill>
          <a:blip r:embed="rId7"/>
          <a:stretch>
            <a:fillRect/>
          </a:stretch>
        </p:blipFill>
        <p:spPr>
          <a:xfrm>
            <a:off x="876321" y="471455"/>
            <a:ext cx="4361447" cy="7286690"/>
          </a:xfrm>
          <a:prstGeom prst="rect">
            <a:avLst/>
          </a:prstGeom>
        </p:spPr>
        <p:style>
          <a:lnRef idx="1">
            <a:schemeClr val="accent5"/>
          </a:lnRef>
          <a:fillRef idx="3">
            <a:schemeClr val="accent5"/>
          </a:fillRef>
          <a:effectRef idx="2">
            <a:schemeClr val="accent5"/>
          </a:effectRef>
          <a:fontRef idx="minor">
            <a:schemeClr val="lt1"/>
          </a:fontRef>
        </p:style>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0"/>
          <p:cNvSpPr/>
          <p:nvPr/>
        </p:nvSpPr>
        <p:spPr>
          <a:xfrm>
            <a:off x="6280190" y="703064"/>
            <a:ext cx="5670590" cy="708779"/>
          </a:xfrm>
          <a:prstGeom prst="rect">
            <a:avLst/>
          </a:prstGeom>
          <a:noFill/>
          <a:ln/>
        </p:spPr>
        <p:txBody>
          <a:bodyPr wrap="none" lIns="0" tIns="0" rIns="0" bIns="0" rtlCol="0" anchor="t"/>
          <a:lstStyle/>
          <a:p>
            <a:pPr marL="0" indent="0">
              <a:lnSpc>
                <a:spcPts val="5550"/>
              </a:lnSpc>
              <a:buNone/>
            </a:pPr>
            <a:r>
              <a:rPr lang="en-US" sz="4450" kern="0" spc="-134" dirty="0">
                <a:solidFill>
                  <a:srgbClr val="2C3F42"/>
                </a:solidFill>
                <a:latin typeface="Bitter Medium" pitchFamily="34" charset="0"/>
                <a:ea typeface="Bitter Medium" pitchFamily="34" charset="-122"/>
                <a:cs typeface="Bitter Medium" pitchFamily="34" charset="-120"/>
              </a:rPr>
              <a:t>Theme Management</a:t>
            </a:r>
            <a:endParaRPr lang="en-US" sz="4450" dirty="0"/>
          </a:p>
        </p:txBody>
      </p:sp>
      <p:sp>
        <p:nvSpPr>
          <p:cNvPr id="4" name="Shape 1"/>
          <p:cNvSpPr/>
          <p:nvPr/>
        </p:nvSpPr>
        <p:spPr>
          <a:xfrm>
            <a:off x="6280190" y="1752005"/>
            <a:ext cx="3664863" cy="3862507"/>
          </a:xfrm>
          <a:prstGeom prst="roundRect">
            <a:avLst>
              <a:gd name="adj" fmla="val 2599"/>
            </a:avLst>
          </a:prstGeom>
          <a:solidFill>
            <a:srgbClr val="FCE2CF"/>
          </a:solidFill>
          <a:ln w="7620">
            <a:solidFill>
              <a:srgbClr val="E2C8B5"/>
            </a:solidFill>
            <a:prstDash val="solid"/>
          </a:ln>
        </p:spPr>
        <p:txBody>
          <a:bodyPr/>
          <a:lstStyle/>
          <a:p>
            <a:endParaRPr lang="en-IN"/>
          </a:p>
        </p:txBody>
      </p:sp>
      <p:sp>
        <p:nvSpPr>
          <p:cNvPr id="5" name="Text 2"/>
          <p:cNvSpPr/>
          <p:nvPr/>
        </p:nvSpPr>
        <p:spPr>
          <a:xfrm>
            <a:off x="6514624" y="1986439"/>
            <a:ext cx="2835235" cy="354330"/>
          </a:xfrm>
          <a:prstGeom prst="rect">
            <a:avLst/>
          </a:prstGeom>
          <a:noFill/>
          <a:ln/>
        </p:spPr>
        <p:txBody>
          <a:bodyPr wrap="none" lIns="0" tIns="0" rIns="0" bIns="0" rtlCol="0" anchor="t"/>
          <a:lstStyle/>
          <a:p>
            <a:pPr marL="0" indent="0">
              <a:lnSpc>
                <a:spcPts val="2750"/>
              </a:lnSpc>
              <a:buNone/>
            </a:pPr>
            <a:r>
              <a:rPr lang="en-US" sz="2200" kern="0" spc="-67" dirty="0">
                <a:solidFill>
                  <a:srgbClr val="2B2E3C"/>
                </a:solidFill>
                <a:latin typeface="Bitter Medium" pitchFamily="34" charset="0"/>
                <a:ea typeface="Bitter Medium" pitchFamily="34" charset="-122"/>
                <a:cs typeface="Bitter Medium" pitchFamily="34" charset="-120"/>
              </a:rPr>
              <a:t>ThemeCollection.swift</a:t>
            </a:r>
            <a:endParaRPr lang="en-US" sz="2200" dirty="0"/>
          </a:p>
        </p:txBody>
      </p:sp>
      <p:sp>
        <p:nvSpPr>
          <p:cNvPr id="6" name="Text 3"/>
          <p:cNvSpPr/>
          <p:nvPr/>
        </p:nvSpPr>
        <p:spPr>
          <a:xfrm>
            <a:off x="6514624" y="2476857"/>
            <a:ext cx="3195995" cy="2903220"/>
          </a:xfrm>
          <a:prstGeom prst="rect">
            <a:avLst/>
          </a:prstGeom>
          <a:noFill/>
          <a:ln/>
        </p:spPr>
        <p:txBody>
          <a:bodyPr wrap="square" lIns="0" tIns="0" rIns="0" bIns="0" rtlCol="0" anchor="t"/>
          <a:lstStyle/>
          <a:p>
            <a:pPr marL="0" indent="0">
              <a:lnSpc>
                <a:spcPts val="2850"/>
              </a:lnSpc>
              <a:buNone/>
            </a:pPr>
            <a:r>
              <a:rPr lang="en-US" sz="1750" kern="0" spc="-36" dirty="0">
                <a:solidFill>
                  <a:srgbClr val="2B2E3C"/>
                </a:solidFill>
                <a:latin typeface="Open Sans" pitchFamily="34" charset="0"/>
                <a:ea typeface="Open Sans" pitchFamily="34" charset="-122"/>
                <a:cs typeface="Open Sans" pitchFamily="34" charset="-120"/>
              </a:rPr>
              <a:t>- Manages a collection of Theme objects - Supports Codable for saving/loading themes - Functions: addTheme(), editTheme(), resetThemes() - Used in ThemeSelectionView.swift and ThemeEditorView.swift</a:t>
            </a:r>
            <a:endParaRPr lang="en-US" sz="1750" dirty="0"/>
          </a:p>
        </p:txBody>
      </p:sp>
      <p:sp>
        <p:nvSpPr>
          <p:cNvPr id="7" name="Shape 4"/>
          <p:cNvSpPr/>
          <p:nvPr/>
        </p:nvSpPr>
        <p:spPr>
          <a:xfrm>
            <a:off x="10171867" y="1752005"/>
            <a:ext cx="3664863" cy="3862507"/>
          </a:xfrm>
          <a:prstGeom prst="roundRect">
            <a:avLst>
              <a:gd name="adj" fmla="val 2599"/>
            </a:avLst>
          </a:prstGeom>
          <a:solidFill>
            <a:srgbClr val="FCE2CF"/>
          </a:solidFill>
          <a:ln w="7620">
            <a:solidFill>
              <a:srgbClr val="E2C8B5"/>
            </a:solidFill>
            <a:prstDash val="solid"/>
          </a:ln>
        </p:spPr>
        <p:txBody>
          <a:bodyPr/>
          <a:lstStyle/>
          <a:p>
            <a:endParaRPr lang="en-IN"/>
          </a:p>
        </p:txBody>
      </p:sp>
      <p:sp>
        <p:nvSpPr>
          <p:cNvPr id="8" name="Text 5"/>
          <p:cNvSpPr/>
          <p:nvPr/>
        </p:nvSpPr>
        <p:spPr>
          <a:xfrm>
            <a:off x="10406301" y="1986439"/>
            <a:ext cx="2835235" cy="354330"/>
          </a:xfrm>
          <a:prstGeom prst="rect">
            <a:avLst/>
          </a:prstGeom>
          <a:noFill/>
          <a:ln/>
        </p:spPr>
        <p:txBody>
          <a:bodyPr wrap="none" lIns="0" tIns="0" rIns="0" bIns="0" rtlCol="0" anchor="t"/>
          <a:lstStyle/>
          <a:p>
            <a:pPr marL="0" indent="0">
              <a:lnSpc>
                <a:spcPts val="2750"/>
              </a:lnSpc>
              <a:buNone/>
            </a:pPr>
            <a:r>
              <a:rPr lang="en-US" sz="2200" kern="0" spc="-67" dirty="0">
                <a:solidFill>
                  <a:srgbClr val="2B2E3C"/>
                </a:solidFill>
                <a:latin typeface="Bitter Medium" pitchFamily="34" charset="0"/>
                <a:ea typeface="Bitter Medium" pitchFamily="34" charset="-122"/>
                <a:cs typeface="Bitter Medium" pitchFamily="34" charset="-120"/>
              </a:rPr>
              <a:t>DefaultThemes.swift</a:t>
            </a:r>
            <a:endParaRPr lang="en-US" sz="2200" dirty="0"/>
          </a:p>
        </p:txBody>
      </p:sp>
      <p:sp>
        <p:nvSpPr>
          <p:cNvPr id="9" name="Text 6"/>
          <p:cNvSpPr/>
          <p:nvPr/>
        </p:nvSpPr>
        <p:spPr>
          <a:xfrm>
            <a:off x="10406301" y="2476857"/>
            <a:ext cx="3195995" cy="1451610"/>
          </a:xfrm>
          <a:prstGeom prst="rect">
            <a:avLst/>
          </a:prstGeom>
          <a:noFill/>
          <a:ln/>
        </p:spPr>
        <p:txBody>
          <a:bodyPr wrap="square" lIns="0" tIns="0" rIns="0" bIns="0" rtlCol="0" anchor="t"/>
          <a:lstStyle/>
          <a:p>
            <a:pPr marL="0" indent="0">
              <a:lnSpc>
                <a:spcPts val="2850"/>
              </a:lnSpc>
              <a:buNone/>
            </a:pPr>
            <a:r>
              <a:rPr lang="en-US" sz="1750" kern="0" spc="-36" dirty="0">
                <a:solidFill>
                  <a:srgbClr val="2B2E3C"/>
                </a:solidFill>
                <a:latin typeface="Open Sans" pitchFamily="34" charset="0"/>
                <a:ea typeface="Open Sans" pitchFamily="34" charset="-122"/>
                <a:cs typeface="Open Sans" pitchFamily="34" charset="-120"/>
              </a:rPr>
              <a:t>- Predefines six themes for the game - Each theme includes a name, accent color, and set of emojis</a:t>
            </a:r>
            <a:endParaRPr lang="en-US" sz="1750" dirty="0"/>
          </a:p>
        </p:txBody>
      </p:sp>
      <p:sp>
        <p:nvSpPr>
          <p:cNvPr id="10" name="Shape 7"/>
          <p:cNvSpPr/>
          <p:nvPr/>
        </p:nvSpPr>
        <p:spPr>
          <a:xfrm>
            <a:off x="6280190" y="5841325"/>
            <a:ext cx="7556421" cy="1685092"/>
          </a:xfrm>
          <a:prstGeom prst="roundRect">
            <a:avLst>
              <a:gd name="adj" fmla="val 5654"/>
            </a:avLst>
          </a:prstGeom>
          <a:solidFill>
            <a:srgbClr val="FCE2CF"/>
          </a:solidFill>
          <a:ln w="7620">
            <a:solidFill>
              <a:srgbClr val="E2C8B5"/>
            </a:solidFill>
            <a:prstDash val="solid"/>
          </a:ln>
        </p:spPr>
        <p:txBody>
          <a:bodyPr/>
          <a:lstStyle/>
          <a:p>
            <a:endParaRPr lang="en-IN"/>
          </a:p>
        </p:txBody>
      </p:sp>
      <p:sp>
        <p:nvSpPr>
          <p:cNvPr id="11" name="Text 8"/>
          <p:cNvSpPr/>
          <p:nvPr/>
        </p:nvSpPr>
        <p:spPr>
          <a:xfrm>
            <a:off x="6514624" y="6075759"/>
            <a:ext cx="2835235" cy="354330"/>
          </a:xfrm>
          <a:prstGeom prst="rect">
            <a:avLst/>
          </a:prstGeom>
          <a:noFill/>
          <a:ln/>
        </p:spPr>
        <p:txBody>
          <a:bodyPr wrap="none" lIns="0" tIns="0" rIns="0" bIns="0" rtlCol="0" anchor="t"/>
          <a:lstStyle/>
          <a:p>
            <a:pPr marL="0" indent="0">
              <a:lnSpc>
                <a:spcPts val="2750"/>
              </a:lnSpc>
              <a:buNone/>
            </a:pPr>
            <a:r>
              <a:rPr lang="en-US" sz="2200" kern="0" spc="-67" dirty="0">
                <a:solidFill>
                  <a:srgbClr val="2B2E3C"/>
                </a:solidFill>
                <a:latin typeface="Bitter Medium" pitchFamily="34" charset="0"/>
                <a:ea typeface="Bitter Medium" pitchFamily="34" charset="-122"/>
                <a:cs typeface="Bitter Medium" pitchFamily="34" charset="-120"/>
              </a:rPr>
              <a:t>UIColor+RGBA.swift</a:t>
            </a:r>
            <a:endParaRPr lang="en-US" sz="2200" dirty="0"/>
          </a:p>
        </p:txBody>
      </p:sp>
      <p:sp>
        <p:nvSpPr>
          <p:cNvPr id="12" name="Text 9"/>
          <p:cNvSpPr/>
          <p:nvPr/>
        </p:nvSpPr>
        <p:spPr>
          <a:xfrm>
            <a:off x="6514624" y="6566178"/>
            <a:ext cx="7087553" cy="725805"/>
          </a:xfrm>
          <a:prstGeom prst="rect">
            <a:avLst/>
          </a:prstGeom>
          <a:noFill/>
          <a:ln/>
        </p:spPr>
        <p:txBody>
          <a:bodyPr wrap="square" lIns="0" tIns="0" rIns="0" bIns="0" rtlCol="0" anchor="t"/>
          <a:lstStyle/>
          <a:p>
            <a:pPr marL="0" indent="0">
              <a:lnSpc>
                <a:spcPts val="2850"/>
              </a:lnSpc>
              <a:buNone/>
            </a:pPr>
            <a:r>
              <a:rPr lang="en-US" sz="1750" kern="0" spc="-36" dirty="0">
                <a:solidFill>
                  <a:srgbClr val="2B2E3C"/>
                </a:solidFill>
                <a:latin typeface="Open Sans" pitchFamily="34" charset="0"/>
                <a:ea typeface="Open Sans" pitchFamily="34" charset="-122"/>
                <a:cs typeface="Open Sans" pitchFamily="34" charset="-120"/>
              </a:rPr>
              <a:t>- Utility extension for color encoding and decoding - Ensures proper persistence of theme colors</a:t>
            </a:r>
            <a:endParaRPr lang="en-US" sz="1750" dirty="0"/>
          </a:p>
        </p:txBody>
      </p:sp>
      <p:pic>
        <p:nvPicPr>
          <p:cNvPr id="13" name="Picture 12">
            <a:extLst>
              <a:ext uri="{FF2B5EF4-FFF2-40B4-BE49-F238E27FC236}">
                <a16:creationId xmlns:a16="http://schemas.microsoft.com/office/drawing/2014/main" id="{7F3134D1-A97C-689A-FC3B-526BC4A3E972}"/>
              </a:ext>
            </a:extLst>
          </p:cNvPr>
          <p:cNvPicPr>
            <a:picLocks noChangeAspect="1"/>
          </p:cNvPicPr>
          <p:nvPr/>
        </p:nvPicPr>
        <p:blipFill>
          <a:blip r:embed="rId3"/>
          <a:stretch>
            <a:fillRect/>
          </a:stretch>
        </p:blipFill>
        <p:spPr>
          <a:xfrm>
            <a:off x="793670" y="351263"/>
            <a:ext cx="3796918" cy="752707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0"/>
          <p:cNvSpPr/>
          <p:nvPr/>
        </p:nvSpPr>
        <p:spPr>
          <a:xfrm>
            <a:off x="6249114" y="599242"/>
            <a:ext cx="6118503" cy="681038"/>
          </a:xfrm>
          <a:prstGeom prst="rect">
            <a:avLst/>
          </a:prstGeom>
          <a:noFill/>
          <a:ln/>
        </p:spPr>
        <p:txBody>
          <a:bodyPr wrap="none" lIns="0" tIns="0" rIns="0" bIns="0" rtlCol="0" anchor="t"/>
          <a:lstStyle/>
          <a:p>
            <a:pPr marL="0" indent="0">
              <a:lnSpc>
                <a:spcPts val="5350"/>
              </a:lnSpc>
              <a:buNone/>
            </a:pPr>
            <a:r>
              <a:rPr lang="en-US" sz="4250" kern="0" spc="-129" dirty="0">
                <a:solidFill>
                  <a:srgbClr val="2C3F42"/>
                </a:solidFill>
                <a:latin typeface="Bitter Medium" pitchFamily="34" charset="0"/>
                <a:ea typeface="Bitter Medium" pitchFamily="34" charset="-122"/>
                <a:cs typeface="Bitter Medium" pitchFamily="34" charset="-120"/>
              </a:rPr>
              <a:t>ViewModel and Data Flow</a:t>
            </a:r>
            <a:endParaRPr lang="en-US" sz="4250" dirty="0"/>
          </a:p>
        </p:txBody>
      </p:sp>
      <p:sp>
        <p:nvSpPr>
          <p:cNvPr id="4" name="Shape 1"/>
          <p:cNvSpPr/>
          <p:nvPr/>
        </p:nvSpPr>
        <p:spPr>
          <a:xfrm>
            <a:off x="6560701" y="1607106"/>
            <a:ext cx="30480" cy="6025396"/>
          </a:xfrm>
          <a:prstGeom prst="roundRect">
            <a:avLst>
              <a:gd name="adj" fmla="val 300324"/>
            </a:avLst>
          </a:prstGeom>
          <a:solidFill>
            <a:srgbClr val="E2C8B5"/>
          </a:solidFill>
          <a:ln/>
        </p:spPr>
        <p:txBody>
          <a:bodyPr/>
          <a:lstStyle/>
          <a:p>
            <a:endParaRPr lang="en-IN"/>
          </a:p>
        </p:txBody>
      </p:sp>
      <p:sp>
        <p:nvSpPr>
          <p:cNvPr id="5" name="Shape 2"/>
          <p:cNvSpPr/>
          <p:nvPr/>
        </p:nvSpPr>
        <p:spPr>
          <a:xfrm>
            <a:off x="6790611" y="2082165"/>
            <a:ext cx="762714" cy="30480"/>
          </a:xfrm>
          <a:prstGeom prst="roundRect">
            <a:avLst>
              <a:gd name="adj" fmla="val 300324"/>
            </a:avLst>
          </a:prstGeom>
          <a:solidFill>
            <a:srgbClr val="E2C8B5"/>
          </a:solidFill>
          <a:ln/>
        </p:spPr>
        <p:txBody>
          <a:bodyPr/>
          <a:lstStyle/>
          <a:p>
            <a:endParaRPr lang="en-IN"/>
          </a:p>
        </p:txBody>
      </p:sp>
      <p:sp>
        <p:nvSpPr>
          <p:cNvPr id="6" name="Shape 3"/>
          <p:cNvSpPr/>
          <p:nvPr/>
        </p:nvSpPr>
        <p:spPr>
          <a:xfrm>
            <a:off x="6330791" y="1852255"/>
            <a:ext cx="490299" cy="490299"/>
          </a:xfrm>
          <a:prstGeom prst="roundRect">
            <a:avLst>
              <a:gd name="adj" fmla="val 18670"/>
            </a:avLst>
          </a:prstGeom>
          <a:solidFill>
            <a:srgbClr val="FCE2CF"/>
          </a:solidFill>
          <a:ln w="7620">
            <a:solidFill>
              <a:srgbClr val="E2C8B5"/>
            </a:solidFill>
            <a:prstDash val="solid"/>
          </a:ln>
        </p:spPr>
        <p:txBody>
          <a:bodyPr/>
          <a:lstStyle/>
          <a:p>
            <a:endParaRPr lang="en-IN"/>
          </a:p>
        </p:txBody>
      </p:sp>
      <p:sp>
        <p:nvSpPr>
          <p:cNvPr id="7" name="Text 4"/>
          <p:cNvSpPr/>
          <p:nvPr/>
        </p:nvSpPr>
        <p:spPr>
          <a:xfrm>
            <a:off x="6512957" y="1933932"/>
            <a:ext cx="125849" cy="326946"/>
          </a:xfrm>
          <a:prstGeom prst="rect">
            <a:avLst/>
          </a:prstGeom>
          <a:noFill/>
          <a:ln/>
        </p:spPr>
        <p:txBody>
          <a:bodyPr wrap="none" lIns="0" tIns="0" rIns="0" bIns="0" rtlCol="0" anchor="t"/>
          <a:lstStyle/>
          <a:p>
            <a:pPr marL="0" indent="0" algn="ctr">
              <a:lnSpc>
                <a:spcPts val="2550"/>
              </a:lnSpc>
              <a:buNone/>
            </a:pPr>
            <a:r>
              <a:rPr lang="en-US" sz="2550" kern="0" spc="-77" dirty="0">
                <a:solidFill>
                  <a:srgbClr val="2B2E3C"/>
                </a:solidFill>
                <a:latin typeface="Bitter Medium" pitchFamily="34" charset="0"/>
                <a:ea typeface="Bitter Medium" pitchFamily="34" charset="-122"/>
                <a:cs typeface="Bitter Medium" pitchFamily="34" charset="-120"/>
              </a:rPr>
              <a:t>1</a:t>
            </a:r>
            <a:endParaRPr lang="en-US" sz="2550" dirty="0"/>
          </a:p>
        </p:txBody>
      </p:sp>
      <p:sp>
        <p:nvSpPr>
          <p:cNvPr id="8" name="Text 5"/>
          <p:cNvSpPr/>
          <p:nvPr/>
        </p:nvSpPr>
        <p:spPr>
          <a:xfrm>
            <a:off x="7774543" y="1824990"/>
            <a:ext cx="4423767" cy="340519"/>
          </a:xfrm>
          <a:prstGeom prst="rect">
            <a:avLst/>
          </a:prstGeom>
          <a:noFill/>
          <a:ln/>
        </p:spPr>
        <p:txBody>
          <a:bodyPr wrap="none" lIns="0" tIns="0" rIns="0" bIns="0" rtlCol="0" anchor="t"/>
          <a:lstStyle/>
          <a:p>
            <a:pPr marL="0" indent="0" algn="l">
              <a:lnSpc>
                <a:spcPts val="2650"/>
              </a:lnSpc>
              <a:buNone/>
            </a:pPr>
            <a:r>
              <a:rPr lang="en-US" sz="2100" kern="0" spc="-64" dirty="0">
                <a:solidFill>
                  <a:srgbClr val="2B2E3C"/>
                </a:solidFill>
                <a:latin typeface="Bitter Medium" pitchFamily="34" charset="0"/>
                <a:ea typeface="Bitter Medium" pitchFamily="34" charset="-122"/>
                <a:cs typeface="Bitter Medium" pitchFamily="34" charset="-120"/>
              </a:rPr>
              <a:t>EmojiMemoryGameViewModel.swift</a:t>
            </a:r>
            <a:endParaRPr lang="en-US" sz="2100" dirty="0"/>
          </a:p>
        </p:txBody>
      </p:sp>
      <p:sp>
        <p:nvSpPr>
          <p:cNvPr id="9" name="Text 6"/>
          <p:cNvSpPr/>
          <p:nvPr/>
        </p:nvSpPr>
        <p:spPr>
          <a:xfrm>
            <a:off x="7774543" y="2296239"/>
            <a:ext cx="6093143" cy="697468"/>
          </a:xfrm>
          <a:prstGeom prst="rect">
            <a:avLst/>
          </a:prstGeom>
          <a:noFill/>
          <a:ln/>
        </p:spPr>
        <p:txBody>
          <a:bodyPr wrap="square" lIns="0" tIns="0" rIns="0" bIns="0" rtlCol="0" anchor="t"/>
          <a:lstStyle/>
          <a:p>
            <a:pPr marL="0" indent="0" algn="l">
              <a:lnSpc>
                <a:spcPts val="2700"/>
              </a:lnSpc>
              <a:buNone/>
            </a:pPr>
            <a:r>
              <a:rPr lang="en-US" sz="1700" kern="0" spc="-34" dirty="0">
                <a:solidFill>
                  <a:srgbClr val="2B2E3C"/>
                </a:solidFill>
                <a:latin typeface="Open Sans" pitchFamily="34" charset="0"/>
                <a:ea typeface="Open Sans" pitchFamily="34" charset="-122"/>
                <a:cs typeface="Open Sans" pitchFamily="34" charset="-120"/>
              </a:rPr>
              <a:t>Connects the MemoryGame model to the UI, tracks game state, time, and score</a:t>
            </a:r>
            <a:endParaRPr lang="en-US" sz="1700" dirty="0"/>
          </a:p>
        </p:txBody>
      </p:sp>
      <p:sp>
        <p:nvSpPr>
          <p:cNvPr id="10" name="Shape 7"/>
          <p:cNvSpPr/>
          <p:nvPr/>
        </p:nvSpPr>
        <p:spPr>
          <a:xfrm>
            <a:off x="6790611" y="3904536"/>
            <a:ext cx="762714" cy="30480"/>
          </a:xfrm>
          <a:prstGeom prst="roundRect">
            <a:avLst>
              <a:gd name="adj" fmla="val 300324"/>
            </a:avLst>
          </a:prstGeom>
          <a:solidFill>
            <a:srgbClr val="E2C8B5"/>
          </a:solidFill>
          <a:ln/>
        </p:spPr>
        <p:txBody>
          <a:bodyPr/>
          <a:lstStyle/>
          <a:p>
            <a:endParaRPr lang="en-IN"/>
          </a:p>
        </p:txBody>
      </p:sp>
      <p:sp>
        <p:nvSpPr>
          <p:cNvPr id="11" name="Shape 8"/>
          <p:cNvSpPr/>
          <p:nvPr/>
        </p:nvSpPr>
        <p:spPr>
          <a:xfrm>
            <a:off x="6330791" y="3674626"/>
            <a:ext cx="490299" cy="490299"/>
          </a:xfrm>
          <a:prstGeom prst="roundRect">
            <a:avLst>
              <a:gd name="adj" fmla="val 18670"/>
            </a:avLst>
          </a:prstGeom>
          <a:solidFill>
            <a:srgbClr val="FCE2CF"/>
          </a:solidFill>
          <a:ln w="7620">
            <a:solidFill>
              <a:srgbClr val="E2C8B5"/>
            </a:solidFill>
            <a:prstDash val="solid"/>
          </a:ln>
        </p:spPr>
        <p:txBody>
          <a:bodyPr/>
          <a:lstStyle/>
          <a:p>
            <a:endParaRPr lang="en-IN"/>
          </a:p>
        </p:txBody>
      </p:sp>
      <p:sp>
        <p:nvSpPr>
          <p:cNvPr id="12" name="Text 9"/>
          <p:cNvSpPr/>
          <p:nvPr/>
        </p:nvSpPr>
        <p:spPr>
          <a:xfrm>
            <a:off x="6490930" y="3756303"/>
            <a:ext cx="170021" cy="326946"/>
          </a:xfrm>
          <a:prstGeom prst="rect">
            <a:avLst/>
          </a:prstGeom>
          <a:noFill/>
          <a:ln/>
        </p:spPr>
        <p:txBody>
          <a:bodyPr wrap="none" lIns="0" tIns="0" rIns="0" bIns="0" rtlCol="0" anchor="t"/>
          <a:lstStyle/>
          <a:p>
            <a:pPr marL="0" indent="0" algn="ctr">
              <a:lnSpc>
                <a:spcPts val="2550"/>
              </a:lnSpc>
              <a:buNone/>
            </a:pPr>
            <a:r>
              <a:rPr lang="en-US" sz="2550" kern="0" spc="-77" dirty="0">
                <a:solidFill>
                  <a:srgbClr val="2B2E3C"/>
                </a:solidFill>
                <a:latin typeface="Bitter Medium" pitchFamily="34" charset="0"/>
                <a:ea typeface="Bitter Medium" pitchFamily="34" charset="-122"/>
                <a:cs typeface="Bitter Medium" pitchFamily="34" charset="-120"/>
              </a:rPr>
              <a:t>2</a:t>
            </a:r>
            <a:endParaRPr lang="en-US" sz="2550" dirty="0"/>
          </a:p>
        </p:txBody>
      </p:sp>
      <p:sp>
        <p:nvSpPr>
          <p:cNvPr id="13" name="Text 10"/>
          <p:cNvSpPr/>
          <p:nvPr/>
        </p:nvSpPr>
        <p:spPr>
          <a:xfrm>
            <a:off x="7774543" y="3647361"/>
            <a:ext cx="2724269" cy="340519"/>
          </a:xfrm>
          <a:prstGeom prst="rect">
            <a:avLst/>
          </a:prstGeom>
          <a:noFill/>
          <a:ln/>
        </p:spPr>
        <p:txBody>
          <a:bodyPr wrap="none" lIns="0" tIns="0" rIns="0" bIns="0" rtlCol="0" anchor="t"/>
          <a:lstStyle/>
          <a:p>
            <a:pPr marL="0" indent="0" algn="l">
              <a:lnSpc>
                <a:spcPts val="2650"/>
              </a:lnSpc>
              <a:buNone/>
            </a:pPr>
            <a:r>
              <a:rPr lang="en-US" sz="2100" kern="0" spc="-64" dirty="0">
                <a:solidFill>
                  <a:srgbClr val="2B2E3C"/>
                </a:solidFill>
                <a:latin typeface="Bitter Medium" pitchFamily="34" charset="0"/>
                <a:ea typeface="Bitter Medium" pitchFamily="34" charset="-122"/>
                <a:cs typeface="Bitter Medium" pitchFamily="34" charset="-120"/>
              </a:rPr>
              <a:t>choose(card:)</a:t>
            </a:r>
            <a:endParaRPr lang="en-US" sz="2100" dirty="0"/>
          </a:p>
        </p:txBody>
      </p:sp>
      <p:sp>
        <p:nvSpPr>
          <p:cNvPr id="14" name="Text 11"/>
          <p:cNvSpPr/>
          <p:nvPr/>
        </p:nvSpPr>
        <p:spPr>
          <a:xfrm>
            <a:off x="7774543" y="4118610"/>
            <a:ext cx="6093143" cy="348734"/>
          </a:xfrm>
          <a:prstGeom prst="rect">
            <a:avLst/>
          </a:prstGeom>
          <a:noFill/>
          <a:ln/>
        </p:spPr>
        <p:txBody>
          <a:bodyPr wrap="none" lIns="0" tIns="0" rIns="0" bIns="0" rtlCol="0" anchor="t"/>
          <a:lstStyle/>
          <a:p>
            <a:pPr marL="0" indent="0" algn="l">
              <a:lnSpc>
                <a:spcPts val="2700"/>
              </a:lnSpc>
              <a:buNone/>
            </a:pPr>
            <a:r>
              <a:rPr lang="en-US" sz="1700" kern="0" spc="-34" dirty="0">
                <a:solidFill>
                  <a:srgbClr val="2B2E3C"/>
                </a:solidFill>
                <a:latin typeface="Open Sans" pitchFamily="34" charset="0"/>
                <a:ea typeface="Open Sans" pitchFamily="34" charset="-122"/>
                <a:cs typeface="Open Sans" pitchFamily="34" charset="-120"/>
              </a:rPr>
              <a:t>Calls the model's logic and tracks elapsed time</a:t>
            </a:r>
            <a:endParaRPr lang="en-US" sz="1700" dirty="0"/>
          </a:p>
        </p:txBody>
      </p:sp>
      <p:sp>
        <p:nvSpPr>
          <p:cNvPr id="15" name="Shape 12"/>
          <p:cNvSpPr/>
          <p:nvPr/>
        </p:nvSpPr>
        <p:spPr>
          <a:xfrm>
            <a:off x="6790611" y="5378172"/>
            <a:ext cx="762714" cy="30480"/>
          </a:xfrm>
          <a:prstGeom prst="roundRect">
            <a:avLst>
              <a:gd name="adj" fmla="val 300324"/>
            </a:avLst>
          </a:prstGeom>
          <a:solidFill>
            <a:srgbClr val="E2C8B5"/>
          </a:solidFill>
          <a:ln/>
        </p:spPr>
        <p:txBody>
          <a:bodyPr/>
          <a:lstStyle/>
          <a:p>
            <a:endParaRPr lang="en-IN"/>
          </a:p>
        </p:txBody>
      </p:sp>
      <p:sp>
        <p:nvSpPr>
          <p:cNvPr id="16" name="Shape 13"/>
          <p:cNvSpPr/>
          <p:nvPr/>
        </p:nvSpPr>
        <p:spPr>
          <a:xfrm>
            <a:off x="6330791" y="5148263"/>
            <a:ext cx="490299" cy="490299"/>
          </a:xfrm>
          <a:prstGeom prst="roundRect">
            <a:avLst>
              <a:gd name="adj" fmla="val 18670"/>
            </a:avLst>
          </a:prstGeom>
          <a:solidFill>
            <a:srgbClr val="FCE2CF"/>
          </a:solidFill>
          <a:ln w="7620">
            <a:solidFill>
              <a:srgbClr val="E2C8B5"/>
            </a:solidFill>
            <a:prstDash val="solid"/>
          </a:ln>
        </p:spPr>
        <p:txBody>
          <a:bodyPr/>
          <a:lstStyle/>
          <a:p>
            <a:endParaRPr lang="en-IN"/>
          </a:p>
        </p:txBody>
      </p:sp>
      <p:sp>
        <p:nvSpPr>
          <p:cNvPr id="17" name="Text 14"/>
          <p:cNvSpPr/>
          <p:nvPr/>
        </p:nvSpPr>
        <p:spPr>
          <a:xfrm>
            <a:off x="6487358" y="5229939"/>
            <a:ext cx="177165" cy="326946"/>
          </a:xfrm>
          <a:prstGeom prst="rect">
            <a:avLst/>
          </a:prstGeom>
          <a:noFill/>
          <a:ln/>
        </p:spPr>
        <p:txBody>
          <a:bodyPr wrap="none" lIns="0" tIns="0" rIns="0" bIns="0" rtlCol="0" anchor="t"/>
          <a:lstStyle/>
          <a:p>
            <a:pPr marL="0" indent="0" algn="ctr">
              <a:lnSpc>
                <a:spcPts val="2550"/>
              </a:lnSpc>
              <a:buNone/>
            </a:pPr>
            <a:r>
              <a:rPr lang="en-US" sz="2550" kern="0" spc="-77" dirty="0">
                <a:solidFill>
                  <a:srgbClr val="2B2E3C"/>
                </a:solidFill>
                <a:latin typeface="Bitter Medium" pitchFamily="34" charset="0"/>
                <a:ea typeface="Bitter Medium" pitchFamily="34" charset="-122"/>
                <a:cs typeface="Bitter Medium" pitchFamily="34" charset="-120"/>
              </a:rPr>
              <a:t>3</a:t>
            </a:r>
            <a:endParaRPr lang="en-US" sz="2550" dirty="0"/>
          </a:p>
        </p:txBody>
      </p:sp>
      <p:sp>
        <p:nvSpPr>
          <p:cNvPr id="18" name="Text 15"/>
          <p:cNvSpPr/>
          <p:nvPr/>
        </p:nvSpPr>
        <p:spPr>
          <a:xfrm>
            <a:off x="7774543" y="5120997"/>
            <a:ext cx="2724269" cy="340519"/>
          </a:xfrm>
          <a:prstGeom prst="rect">
            <a:avLst/>
          </a:prstGeom>
          <a:noFill/>
          <a:ln/>
        </p:spPr>
        <p:txBody>
          <a:bodyPr wrap="none" lIns="0" tIns="0" rIns="0" bIns="0" rtlCol="0" anchor="t"/>
          <a:lstStyle/>
          <a:p>
            <a:pPr marL="0" indent="0" algn="l">
              <a:lnSpc>
                <a:spcPts val="2650"/>
              </a:lnSpc>
              <a:buNone/>
            </a:pPr>
            <a:r>
              <a:rPr lang="en-US" sz="2100" kern="0" spc="-64" dirty="0">
                <a:solidFill>
                  <a:srgbClr val="2B2E3C"/>
                </a:solidFill>
                <a:latin typeface="Bitter Medium" pitchFamily="34" charset="0"/>
                <a:ea typeface="Bitter Medium" pitchFamily="34" charset="-122"/>
                <a:cs typeface="Bitter Medium" pitchFamily="34" charset="-120"/>
              </a:rPr>
              <a:t>resetGame()</a:t>
            </a:r>
            <a:endParaRPr lang="en-US" sz="2100" dirty="0"/>
          </a:p>
        </p:txBody>
      </p:sp>
      <p:sp>
        <p:nvSpPr>
          <p:cNvPr id="19" name="Text 16"/>
          <p:cNvSpPr/>
          <p:nvPr/>
        </p:nvSpPr>
        <p:spPr>
          <a:xfrm>
            <a:off x="7774543" y="5592247"/>
            <a:ext cx="6093143" cy="348734"/>
          </a:xfrm>
          <a:prstGeom prst="rect">
            <a:avLst/>
          </a:prstGeom>
          <a:noFill/>
          <a:ln/>
        </p:spPr>
        <p:txBody>
          <a:bodyPr wrap="none" lIns="0" tIns="0" rIns="0" bIns="0" rtlCol="0" anchor="t"/>
          <a:lstStyle/>
          <a:p>
            <a:pPr marL="0" indent="0" algn="l">
              <a:lnSpc>
                <a:spcPts val="2700"/>
              </a:lnSpc>
              <a:buNone/>
            </a:pPr>
            <a:r>
              <a:rPr lang="en-US" sz="1700" kern="0" spc="-34" dirty="0">
                <a:solidFill>
                  <a:srgbClr val="2B2E3C"/>
                </a:solidFill>
                <a:latin typeface="Open Sans" pitchFamily="34" charset="0"/>
                <a:ea typeface="Open Sans" pitchFamily="34" charset="-122"/>
                <a:cs typeface="Open Sans" pitchFamily="34" charset="-120"/>
              </a:rPr>
              <a:t>Resets the game and timer</a:t>
            </a:r>
            <a:endParaRPr lang="en-US" sz="1700" dirty="0"/>
          </a:p>
        </p:txBody>
      </p:sp>
      <p:sp>
        <p:nvSpPr>
          <p:cNvPr id="20" name="Shape 17"/>
          <p:cNvSpPr/>
          <p:nvPr/>
        </p:nvSpPr>
        <p:spPr>
          <a:xfrm>
            <a:off x="6790611" y="6851809"/>
            <a:ext cx="762714" cy="30480"/>
          </a:xfrm>
          <a:prstGeom prst="roundRect">
            <a:avLst>
              <a:gd name="adj" fmla="val 300324"/>
            </a:avLst>
          </a:prstGeom>
          <a:solidFill>
            <a:srgbClr val="E2C8B5"/>
          </a:solidFill>
          <a:ln/>
        </p:spPr>
        <p:txBody>
          <a:bodyPr/>
          <a:lstStyle/>
          <a:p>
            <a:endParaRPr lang="en-IN"/>
          </a:p>
        </p:txBody>
      </p:sp>
      <p:sp>
        <p:nvSpPr>
          <p:cNvPr id="21" name="Shape 18"/>
          <p:cNvSpPr/>
          <p:nvPr/>
        </p:nvSpPr>
        <p:spPr>
          <a:xfrm>
            <a:off x="6330791" y="6621899"/>
            <a:ext cx="490299" cy="490299"/>
          </a:xfrm>
          <a:prstGeom prst="roundRect">
            <a:avLst>
              <a:gd name="adj" fmla="val 18670"/>
            </a:avLst>
          </a:prstGeom>
          <a:solidFill>
            <a:srgbClr val="FCE2CF"/>
          </a:solidFill>
          <a:ln w="7620">
            <a:solidFill>
              <a:srgbClr val="E2C8B5"/>
            </a:solidFill>
            <a:prstDash val="solid"/>
          </a:ln>
        </p:spPr>
        <p:txBody>
          <a:bodyPr/>
          <a:lstStyle/>
          <a:p>
            <a:endParaRPr lang="en-IN"/>
          </a:p>
        </p:txBody>
      </p:sp>
      <p:sp>
        <p:nvSpPr>
          <p:cNvPr id="22" name="Text 19"/>
          <p:cNvSpPr/>
          <p:nvPr/>
        </p:nvSpPr>
        <p:spPr>
          <a:xfrm>
            <a:off x="6484025" y="6703576"/>
            <a:ext cx="183713" cy="326946"/>
          </a:xfrm>
          <a:prstGeom prst="rect">
            <a:avLst/>
          </a:prstGeom>
          <a:noFill/>
          <a:ln/>
        </p:spPr>
        <p:txBody>
          <a:bodyPr wrap="none" lIns="0" tIns="0" rIns="0" bIns="0" rtlCol="0" anchor="t"/>
          <a:lstStyle/>
          <a:p>
            <a:pPr marL="0" indent="0" algn="ctr">
              <a:lnSpc>
                <a:spcPts val="2550"/>
              </a:lnSpc>
              <a:buNone/>
            </a:pPr>
            <a:r>
              <a:rPr lang="en-US" sz="2550" kern="0" spc="-77" dirty="0">
                <a:solidFill>
                  <a:srgbClr val="2B2E3C"/>
                </a:solidFill>
                <a:latin typeface="Bitter Medium" pitchFamily="34" charset="0"/>
                <a:ea typeface="Bitter Medium" pitchFamily="34" charset="-122"/>
                <a:cs typeface="Bitter Medium" pitchFamily="34" charset="-120"/>
              </a:rPr>
              <a:t>4</a:t>
            </a:r>
            <a:endParaRPr lang="en-US" sz="2550" dirty="0"/>
          </a:p>
        </p:txBody>
      </p:sp>
      <p:sp>
        <p:nvSpPr>
          <p:cNvPr id="23" name="Text 20"/>
          <p:cNvSpPr/>
          <p:nvPr/>
        </p:nvSpPr>
        <p:spPr>
          <a:xfrm>
            <a:off x="7774543" y="6594634"/>
            <a:ext cx="2724269" cy="340519"/>
          </a:xfrm>
          <a:prstGeom prst="rect">
            <a:avLst/>
          </a:prstGeom>
          <a:noFill/>
          <a:ln/>
        </p:spPr>
        <p:txBody>
          <a:bodyPr wrap="none" lIns="0" tIns="0" rIns="0" bIns="0" rtlCol="0" anchor="t"/>
          <a:lstStyle/>
          <a:p>
            <a:pPr marL="0" indent="0" algn="l">
              <a:lnSpc>
                <a:spcPts val="2650"/>
              </a:lnSpc>
              <a:buNone/>
            </a:pPr>
            <a:r>
              <a:rPr lang="en-US" sz="2100" kern="0" spc="-64" dirty="0">
                <a:solidFill>
                  <a:srgbClr val="2B2E3C"/>
                </a:solidFill>
                <a:latin typeface="Bitter Medium" pitchFamily="34" charset="0"/>
                <a:ea typeface="Bitter Medium" pitchFamily="34" charset="-122"/>
                <a:cs typeface="Bitter Medium" pitchFamily="34" charset="-120"/>
              </a:rPr>
              <a:t>Timer</a:t>
            </a:r>
            <a:endParaRPr lang="en-US" sz="2100" dirty="0"/>
          </a:p>
        </p:txBody>
      </p:sp>
      <p:sp>
        <p:nvSpPr>
          <p:cNvPr id="24" name="Text 21"/>
          <p:cNvSpPr/>
          <p:nvPr/>
        </p:nvSpPr>
        <p:spPr>
          <a:xfrm>
            <a:off x="7774543" y="7065883"/>
            <a:ext cx="6093143" cy="348734"/>
          </a:xfrm>
          <a:prstGeom prst="rect">
            <a:avLst/>
          </a:prstGeom>
          <a:noFill/>
          <a:ln/>
        </p:spPr>
        <p:txBody>
          <a:bodyPr wrap="none" lIns="0" tIns="0" rIns="0" bIns="0" rtlCol="0" anchor="t"/>
          <a:lstStyle/>
          <a:p>
            <a:pPr marL="0" indent="0" algn="l">
              <a:lnSpc>
                <a:spcPts val="2700"/>
              </a:lnSpc>
              <a:buNone/>
            </a:pPr>
            <a:r>
              <a:rPr lang="en-US" sz="1700" kern="0" spc="-34" dirty="0">
                <a:solidFill>
                  <a:srgbClr val="2B2E3C"/>
                </a:solidFill>
                <a:latin typeface="Open Sans" pitchFamily="34" charset="0"/>
                <a:ea typeface="Open Sans" pitchFamily="34" charset="-122"/>
                <a:cs typeface="Open Sans" pitchFamily="34" charset="-120"/>
              </a:rPr>
              <a:t>Uses Combine's Timer.publish for updating elapsed time</a:t>
            </a:r>
            <a:endParaRPr lang="en-US" sz="1700" dirty="0"/>
          </a:p>
        </p:txBody>
      </p:sp>
      <p:pic>
        <p:nvPicPr>
          <p:cNvPr id="25" name="Picture 24">
            <a:extLst>
              <a:ext uri="{FF2B5EF4-FFF2-40B4-BE49-F238E27FC236}">
                <a16:creationId xmlns:a16="http://schemas.microsoft.com/office/drawing/2014/main" id="{041E3374-5D61-9FC9-2F1C-308D9057CD3A}"/>
              </a:ext>
            </a:extLst>
          </p:cNvPr>
          <p:cNvPicPr>
            <a:picLocks noChangeAspect="1"/>
          </p:cNvPicPr>
          <p:nvPr/>
        </p:nvPicPr>
        <p:blipFill>
          <a:blip r:embed="rId3"/>
          <a:stretch>
            <a:fillRect/>
          </a:stretch>
        </p:blipFill>
        <p:spPr>
          <a:xfrm>
            <a:off x="514335" y="296510"/>
            <a:ext cx="5224775" cy="7573478"/>
          </a:xfrm>
          <a:prstGeom prst="rect">
            <a:avLst/>
          </a:prstGeom>
          <a:ln>
            <a:noFill/>
          </a:ln>
          <a:effectLst>
            <a:outerShdw blurRad="225425" dist="50800" dir="5220000" algn="ctr">
              <a:srgbClr val="000000">
                <a:alpha val="33000"/>
              </a:srgbClr>
            </a:outerShdw>
            <a:softEdge rad="317500"/>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0"/>
          <p:cNvSpPr/>
          <p:nvPr/>
        </p:nvSpPr>
        <p:spPr>
          <a:xfrm>
            <a:off x="704493" y="702707"/>
            <a:ext cx="7556421" cy="1417558"/>
          </a:xfrm>
          <a:prstGeom prst="rect">
            <a:avLst/>
          </a:prstGeom>
          <a:noFill/>
          <a:ln/>
        </p:spPr>
        <p:txBody>
          <a:bodyPr wrap="square" lIns="0" tIns="0" rIns="0" bIns="0" rtlCol="0" anchor="t"/>
          <a:lstStyle/>
          <a:p>
            <a:pPr marL="0" indent="0">
              <a:lnSpc>
                <a:spcPts val="5550"/>
              </a:lnSpc>
              <a:buNone/>
            </a:pPr>
            <a:r>
              <a:rPr lang="en-US" sz="4450" kern="0" spc="-134" dirty="0">
                <a:solidFill>
                  <a:srgbClr val="2C3F42"/>
                </a:solidFill>
                <a:latin typeface="Bitter Medium" pitchFamily="34" charset="0"/>
                <a:ea typeface="Bitter Medium" pitchFamily="34" charset="-122"/>
                <a:cs typeface="Bitter Medium" pitchFamily="34" charset="-120"/>
              </a:rPr>
              <a:t>Game History and Performance Tracking</a:t>
            </a:r>
            <a:endParaRPr lang="en-US" sz="4450" dirty="0"/>
          </a:p>
        </p:txBody>
      </p:sp>
      <p:sp>
        <p:nvSpPr>
          <p:cNvPr id="5" name="Text 2"/>
          <p:cNvSpPr/>
          <p:nvPr/>
        </p:nvSpPr>
        <p:spPr>
          <a:xfrm>
            <a:off x="1417439" y="2436959"/>
            <a:ext cx="2835235" cy="354330"/>
          </a:xfrm>
          <a:prstGeom prst="rect">
            <a:avLst/>
          </a:prstGeom>
          <a:noFill/>
          <a:ln/>
        </p:spPr>
        <p:txBody>
          <a:bodyPr wrap="none" lIns="0" tIns="0" rIns="0" bIns="0" rtlCol="0" anchor="t"/>
          <a:lstStyle/>
          <a:p>
            <a:pPr marL="0" indent="0">
              <a:lnSpc>
                <a:spcPts val="2750"/>
              </a:lnSpc>
              <a:buNone/>
            </a:pPr>
            <a:r>
              <a:rPr lang="en-US" sz="2200" kern="0" spc="-67" dirty="0">
                <a:solidFill>
                  <a:srgbClr val="2B2E3C"/>
                </a:solidFill>
                <a:latin typeface="Bitter Medium" pitchFamily="34" charset="0"/>
                <a:ea typeface="Bitter Medium" pitchFamily="34" charset="-122"/>
                <a:cs typeface="Bitter Medium" pitchFamily="34" charset="-120"/>
              </a:rPr>
              <a:t>GameHistory.swift</a:t>
            </a:r>
            <a:endParaRPr lang="en-US" sz="2200" dirty="0"/>
          </a:p>
        </p:txBody>
      </p:sp>
      <p:sp>
        <p:nvSpPr>
          <p:cNvPr id="6" name="Text 3"/>
          <p:cNvSpPr/>
          <p:nvPr/>
        </p:nvSpPr>
        <p:spPr>
          <a:xfrm>
            <a:off x="1292311" y="2884872"/>
            <a:ext cx="3041213" cy="2903220"/>
          </a:xfrm>
          <a:prstGeom prst="rect">
            <a:avLst/>
          </a:prstGeom>
          <a:noFill/>
          <a:ln/>
        </p:spPr>
        <p:txBody>
          <a:bodyPr wrap="square" lIns="0" tIns="0" rIns="0" bIns="0" rtlCol="0" anchor="t"/>
          <a:lstStyle/>
          <a:p>
            <a:pPr marL="0" indent="0">
              <a:lnSpc>
                <a:spcPts val="2850"/>
              </a:lnSpc>
              <a:buNone/>
            </a:pPr>
            <a:r>
              <a:rPr lang="en-US" sz="1750" kern="0" spc="-36" dirty="0">
                <a:solidFill>
                  <a:srgbClr val="2B2E3C"/>
                </a:solidFill>
                <a:latin typeface="Open Sans" pitchFamily="34" charset="0"/>
                <a:ea typeface="Open Sans" pitchFamily="34" charset="-122"/>
                <a:cs typeface="Open Sans" pitchFamily="34" charset="-120"/>
              </a:rPr>
              <a:t>- Maintains the history of played games - GameRecord: Tracks each game's date, score, incorrect guesses, and elapsed time - GameHistory: Stores game records and persists them using UserDefaults</a:t>
            </a:r>
            <a:endParaRPr lang="en-US" sz="1750" dirty="0"/>
          </a:p>
        </p:txBody>
      </p:sp>
      <p:sp>
        <p:nvSpPr>
          <p:cNvPr id="8" name="Text 5"/>
          <p:cNvSpPr/>
          <p:nvPr/>
        </p:nvSpPr>
        <p:spPr>
          <a:xfrm>
            <a:off x="5183988" y="2369582"/>
            <a:ext cx="2951798" cy="354330"/>
          </a:xfrm>
          <a:prstGeom prst="rect">
            <a:avLst/>
          </a:prstGeom>
          <a:noFill/>
          <a:ln/>
        </p:spPr>
        <p:txBody>
          <a:bodyPr wrap="none" lIns="0" tIns="0" rIns="0" bIns="0" rtlCol="0" anchor="t"/>
          <a:lstStyle/>
          <a:p>
            <a:pPr marL="0" indent="0">
              <a:lnSpc>
                <a:spcPts val="2750"/>
              </a:lnSpc>
              <a:buNone/>
            </a:pPr>
            <a:r>
              <a:rPr lang="en-US" sz="2200" kern="0" spc="-67" dirty="0">
                <a:solidFill>
                  <a:srgbClr val="2B2E3C"/>
                </a:solidFill>
                <a:latin typeface="Bitter Medium" pitchFamily="34" charset="0"/>
                <a:ea typeface="Bitter Medium" pitchFamily="34" charset="-122"/>
                <a:cs typeface="Bitter Medium" pitchFamily="34" charset="-120"/>
              </a:rPr>
              <a:t>GameHistoryView.swift</a:t>
            </a:r>
            <a:endParaRPr lang="en-US" sz="2200" dirty="0"/>
          </a:p>
        </p:txBody>
      </p:sp>
      <p:sp>
        <p:nvSpPr>
          <p:cNvPr id="9" name="Text 6"/>
          <p:cNvSpPr/>
          <p:nvPr/>
        </p:nvSpPr>
        <p:spPr>
          <a:xfrm>
            <a:off x="5309116" y="2791289"/>
            <a:ext cx="3041213" cy="2903220"/>
          </a:xfrm>
          <a:prstGeom prst="rect">
            <a:avLst/>
          </a:prstGeom>
          <a:noFill/>
          <a:ln/>
        </p:spPr>
        <p:txBody>
          <a:bodyPr wrap="square" lIns="0" tIns="0" rIns="0" bIns="0" rtlCol="0" anchor="t"/>
          <a:lstStyle/>
          <a:p>
            <a:pPr marL="0" indent="0">
              <a:lnSpc>
                <a:spcPts val="2850"/>
              </a:lnSpc>
              <a:buNone/>
            </a:pPr>
            <a:r>
              <a:rPr lang="en-US" sz="1750" kern="0" spc="-36" dirty="0">
                <a:solidFill>
                  <a:srgbClr val="2B2E3C"/>
                </a:solidFill>
                <a:latin typeface="Open Sans" pitchFamily="34" charset="0"/>
                <a:ea typeface="Open Sans" pitchFamily="34" charset="-122"/>
                <a:cs typeface="Open Sans" pitchFamily="34" charset="-120"/>
              </a:rPr>
              <a:t>- Visualization and management of game history - Uses Charts framework to display scores over time (iOS 16+) - Provides a record list showing detailed game metrics - Allows deleting or clearing history records</a:t>
            </a:r>
            <a:endParaRPr lang="en-US" sz="1750" dirty="0"/>
          </a:p>
        </p:txBody>
      </p:sp>
      <p:pic>
        <p:nvPicPr>
          <p:cNvPr id="10" name="Picture 9">
            <a:extLst>
              <a:ext uri="{FF2B5EF4-FFF2-40B4-BE49-F238E27FC236}">
                <a16:creationId xmlns:a16="http://schemas.microsoft.com/office/drawing/2014/main" id="{942DF199-385A-0AD2-9F26-7DE61330F750}"/>
              </a:ext>
            </a:extLst>
          </p:cNvPr>
          <p:cNvPicPr>
            <a:picLocks noChangeAspect="1"/>
          </p:cNvPicPr>
          <p:nvPr/>
        </p:nvPicPr>
        <p:blipFill>
          <a:blip r:embed="rId3"/>
          <a:stretch>
            <a:fillRect/>
          </a:stretch>
        </p:blipFill>
        <p:spPr>
          <a:xfrm>
            <a:off x="802945" y="5977287"/>
            <a:ext cx="7754046" cy="1547077"/>
          </a:xfrm>
          <a:prstGeom prst="rect">
            <a:avLst/>
          </a:prstGeom>
        </p:spPr>
      </p:pic>
      <p:sp>
        <p:nvSpPr>
          <p:cNvPr id="11" name="TextBox 10">
            <a:extLst>
              <a:ext uri="{FF2B5EF4-FFF2-40B4-BE49-F238E27FC236}">
                <a16:creationId xmlns:a16="http://schemas.microsoft.com/office/drawing/2014/main" id="{CD78F6F6-FF0F-BDB9-D99B-1B63974286E0}"/>
              </a:ext>
            </a:extLst>
          </p:cNvPr>
          <p:cNvSpPr txBox="1"/>
          <p:nvPr/>
        </p:nvSpPr>
        <p:spPr>
          <a:xfrm>
            <a:off x="937698" y="6121667"/>
            <a:ext cx="7215437" cy="1477328"/>
          </a:xfrm>
          <a:prstGeom prst="rect">
            <a:avLst/>
          </a:prstGeom>
          <a:solidFill>
            <a:srgbClr val="FCE2CF"/>
          </a:solidFill>
        </p:spPr>
        <p:txBody>
          <a:bodyPr wrap="none" rtlCol="0">
            <a:spAutoFit/>
          </a:bodyPr>
          <a:lstStyle/>
          <a:p>
            <a:r>
              <a:rPr lang="en-US" sz="1750" dirty="0">
                <a:solidFill>
                  <a:srgbClr val="405449"/>
                </a:solidFill>
                <a:latin typeface="Nobile" panose="020B0604020202020204" charset="0"/>
              </a:rPr>
              <a:t>• Tracks game records: Elapsed time, incorrect guesses, and scores.</a:t>
            </a:r>
          </a:p>
          <a:p>
            <a:r>
              <a:rPr lang="en-US" sz="1750" dirty="0">
                <a:solidFill>
                  <a:srgbClr val="405449"/>
                </a:solidFill>
                <a:latin typeface="Nobile" panose="020B0604020202020204" charset="0"/>
              </a:rPr>
              <a:t>• Persists data using </a:t>
            </a:r>
            <a:r>
              <a:rPr lang="en-US" sz="1750" dirty="0" err="1">
                <a:solidFill>
                  <a:srgbClr val="405449"/>
                </a:solidFill>
                <a:latin typeface="Nobile" panose="020B0604020202020204" charset="0"/>
              </a:rPr>
              <a:t>UserDefaults</a:t>
            </a:r>
            <a:r>
              <a:rPr lang="en-US" sz="1750" dirty="0">
                <a:solidFill>
                  <a:srgbClr val="405449"/>
                </a:solidFill>
                <a:latin typeface="Nobile" panose="020B0604020202020204" charset="0"/>
              </a:rPr>
              <a:t> for continuity.</a:t>
            </a:r>
          </a:p>
          <a:p>
            <a:r>
              <a:rPr lang="en-US" sz="1750" dirty="0">
                <a:solidFill>
                  <a:srgbClr val="405449"/>
                </a:solidFill>
                <a:latin typeface="Nobile" panose="020B0604020202020204" charset="0"/>
              </a:rPr>
              <a:t>• Uses Charts to visualize score trends over time.</a:t>
            </a:r>
          </a:p>
          <a:p>
            <a:r>
              <a:rPr lang="en-US" sz="1750" dirty="0">
                <a:solidFill>
                  <a:srgbClr val="405449"/>
                </a:solidFill>
                <a:latin typeface="Nobile" panose="020B0604020202020204" charset="0"/>
              </a:rPr>
              <a:t>• Users can delete or clear history as needed.</a:t>
            </a:r>
          </a:p>
          <a:p>
            <a:endParaRPr lang="en-IN" sz="1750" dirty="0">
              <a:solidFill>
                <a:srgbClr val="405449"/>
              </a:solidFill>
              <a:latin typeface="Nobile" panose="020B0604020202020204" charset="0"/>
            </a:endParaRPr>
          </a:p>
        </p:txBody>
      </p:sp>
      <p:pic>
        <p:nvPicPr>
          <p:cNvPr id="7" name="Picture 6" descr="A screen shot of a graph&#10;&#10;Description automatically generated">
            <a:extLst>
              <a:ext uri="{FF2B5EF4-FFF2-40B4-BE49-F238E27FC236}">
                <a16:creationId xmlns:a16="http://schemas.microsoft.com/office/drawing/2014/main" id="{29667724-6EB1-FBD7-1148-C826FE2EBD8F}"/>
              </a:ext>
            </a:extLst>
          </p:cNvPr>
          <p:cNvPicPr>
            <a:picLocks noChangeAspect="1"/>
          </p:cNvPicPr>
          <p:nvPr/>
        </p:nvPicPr>
        <p:blipFill>
          <a:blip r:embed="rId4"/>
          <a:srcRect t="6448" b="4218"/>
          <a:stretch/>
        </p:blipFill>
        <p:spPr>
          <a:xfrm>
            <a:off x="9828893" y="602650"/>
            <a:ext cx="3805573" cy="7024301"/>
          </a:xfrm>
          <a:prstGeom prst="rect">
            <a:avLst/>
          </a:prstGeom>
          <a:ln w="228600" cap="sq" cmpd="thickThin">
            <a:solidFill>
              <a:srgbClr val="000000"/>
            </a:solidFill>
            <a:prstDash val="solid"/>
            <a:miter lim="800000"/>
          </a:ln>
          <a:effectLst>
            <a:innerShdw blurRad="76200">
              <a:srgbClr val="000000"/>
            </a:innerShdw>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10888" y="1032510"/>
            <a:ext cx="4283273" cy="535424"/>
          </a:xfrm>
          <a:prstGeom prst="rect">
            <a:avLst/>
          </a:prstGeom>
          <a:noFill/>
          <a:ln/>
        </p:spPr>
        <p:txBody>
          <a:bodyPr wrap="none" lIns="0" tIns="0" rIns="0" bIns="0" rtlCol="0" anchor="t"/>
          <a:lstStyle/>
          <a:p>
            <a:pPr marL="0" indent="0">
              <a:lnSpc>
                <a:spcPts val="4200"/>
              </a:lnSpc>
              <a:buNone/>
            </a:pPr>
            <a:r>
              <a:rPr lang="en-US" sz="3350" kern="0" spc="-101" dirty="0">
                <a:solidFill>
                  <a:srgbClr val="2C3F42"/>
                </a:solidFill>
                <a:latin typeface="Bitter Medium" pitchFamily="34" charset="0"/>
                <a:ea typeface="Bitter Medium" pitchFamily="34" charset="-122"/>
                <a:cs typeface="Bitter Medium" pitchFamily="34" charset="-120"/>
              </a:rPr>
              <a:t>Supporting Utilities</a:t>
            </a:r>
            <a:endParaRPr lang="en-US" sz="3350" dirty="0"/>
          </a:p>
        </p:txBody>
      </p:sp>
      <p:sp>
        <p:nvSpPr>
          <p:cNvPr id="7" name="Text 1"/>
          <p:cNvSpPr/>
          <p:nvPr/>
        </p:nvSpPr>
        <p:spPr>
          <a:xfrm>
            <a:off x="396484" y="5355906"/>
            <a:ext cx="13431203" cy="274082"/>
          </a:xfrm>
          <a:prstGeom prst="rect">
            <a:avLst/>
          </a:prstGeom>
          <a:noFill/>
          <a:ln/>
        </p:spPr>
        <p:txBody>
          <a:bodyPr wrap="none" lIns="0" tIns="0" rIns="0" bIns="0" rtlCol="0" anchor="t"/>
          <a:lstStyle/>
          <a:p>
            <a:pPr marL="0" indent="0">
              <a:lnSpc>
                <a:spcPts val="2150"/>
              </a:lnSpc>
              <a:buNone/>
            </a:pPr>
            <a:r>
              <a:rPr lang="en-US" sz="1300" kern="0" spc="-27" dirty="0">
                <a:solidFill>
                  <a:srgbClr val="2B2E3C"/>
                </a:solidFill>
                <a:latin typeface="+mj-lt"/>
                <a:ea typeface="Open Sans" pitchFamily="34" charset="-122"/>
                <a:cs typeface="Open Sans" pitchFamily="34" charset="-120"/>
              </a:rPr>
              <a:t>Several supporting files enhance the functionality of our game:</a:t>
            </a:r>
            <a:endParaRPr lang="en-US" sz="1300" dirty="0">
              <a:latin typeface="+mj-lt"/>
            </a:endParaRPr>
          </a:p>
        </p:txBody>
      </p:sp>
      <p:sp>
        <p:nvSpPr>
          <p:cNvPr id="8" name="Text 2"/>
          <p:cNvSpPr/>
          <p:nvPr/>
        </p:nvSpPr>
        <p:spPr>
          <a:xfrm>
            <a:off x="501780" y="5769948"/>
            <a:ext cx="13431203" cy="274082"/>
          </a:xfrm>
          <a:prstGeom prst="rect">
            <a:avLst/>
          </a:prstGeom>
          <a:noFill/>
          <a:ln/>
        </p:spPr>
        <p:txBody>
          <a:bodyPr wrap="none" lIns="0" tIns="0" rIns="0" bIns="0" rtlCol="0" anchor="t"/>
          <a:lstStyle/>
          <a:p>
            <a:pPr marL="342900" indent="-342900" algn="l">
              <a:lnSpc>
                <a:spcPts val="2150"/>
              </a:lnSpc>
              <a:buSzPct val="100000"/>
              <a:buChar char="•"/>
            </a:pPr>
            <a:r>
              <a:rPr lang="en-US" sz="1300" dirty="0" err="1"/>
              <a:t>Grid.swift</a:t>
            </a:r>
            <a:r>
              <a:rPr lang="en-US" sz="1300" dirty="0"/>
              <a:t> &amp; </a:t>
            </a:r>
            <a:r>
              <a:rPr lang="en-US" sz="1300" dirty="0" err="1"/>
              <a:t>GridLayout.swiftProvides</a:t>
            </a:r>
            <a:r>
              <a:rPr lang="en-US" sz="1300" dirty="0"/>
              <a:t> a generic grid layout to arrange cards dynamically based on screen size.</a:t>
            </a:r>
          </a:p>
        </p:txBody>
      </p:sp>
      <p:sp>
        <p:nvSpPr>
          <p:cNvPr id="9" name="Text 3"/>
          <p:cNvSpPr/>
          <p:nvPr/>
        </p:nvSpPr>
        <p:spPr>
          <a:xfrm>
            <a:off x="501780" y="6127810"/>
            <a:ext cx="13431203" cy="274082"/>
          </a:xfrm>
          <a:prstGeom prst="rect">
            <a:avLst/>
          </a:prstGeom>
          <a:noFill/>
          <a:ln/>
        </p:spPr>
        <p:txBody>
          <a:bodyPr wrap="none" lIns="0" tIns="0" rIns="0" bIns="0" rtlCol="0" anchor="t"/>
          <a:lstStyle/>
          <a:p>
            <a:pPr marL="342900" indent="-342900" algn="l">
              <a:lnSpc>
                <a:spcPts val="2150"/>
              </a:lnSpc>
              <a:buSzPct val="100000"/>
              <a:buChar char="•"/>
            </a:pPr>
            <a:r>
              <a:rPr lang="en-US" sz="1300" kern="0" spc="-27" dirty="0" err="1">
                <a:solidFill>
                  <a:srgbClr val="2B2E3C"/>
                </a:solidFill>
                <a:latin typeface="+mj-lt"/>
                <a:ea typeface="Open Sans" pitchFamily="34" charset="-122"/>
                <a:cs typeface="Open Sans" pitchFamily="34" charset="-120"/>
              </a:rPr>
              <a:t>String+ToArray.swift</a:t>
            </a:r>
            <a:r>
              <a:rPr lang="en-US" sz="1300" kern="0" spc="-27" dirty="0">
                <a:solidFill>
                  <a:srgbClr val="2B2E3C"/>
                </a:solidFill>
                <a:latin typeface="+mj-lt"/>
                <a:ea typeface="Open Sans" pitchFamily="34" charset="-122"/>
                <a:cs typeface="Open Sans" pitchFamily="34" charset="-120"/>
              </a:rPr>
              <a:t> Splits and merges strings into arrays of characters</a:t>
            </a:r>
            <a:endParaRPr lang="en-US" sz="1300" dirty="0">
              <a:latin typeface="+mj-lt"/>
            </a:endParaRPr>
          </a:p>
        </p:txBody>
      </p:sp>
      <p:sp>
        <p:nvSpPr>
          <p:cNvPr id="10" name="Text 4"/>
          <p:cNvSpPr/>
          <p:nvPr/>
        </p:nvSpPr>
        <p:spPr>
          <a:xfrm>
            <a:off x="501780" y="6475883"/>
            <a:ext cx="13431203" cy="274082"/>
          </a:xfrm>
          <a:prstGeom prst="rect">
            <a:avLst/>
          </a:prstGeom>
          <a:noFill/>
          <a:ln/>
        </p:spPr>
        <p:txBody>
          <a:bodyPr wrap="none" lIns="0" tIns="0" rIns="0" bIns="0" rtlCol="0" anchor="t"/>
          <a:lstStyle/>
          <a:p>
            <a:pPr marL="342900" indent="-342900" algn="l">
              <a:lnSpc>
                <a:spcPts val="2150"/>
              </a:lnSpc>
              <a:buSzPct val="100000"/>
              <a:buChar char="•"/>
            </a:pPr>
            <a:r>
              <a:rPr lang="en-US" sz="1300" kern="0" spc="-27" dirty="0" err="1">
                <a:solidFill>
                  <a:srgbClr val="2B2E3C"/>
                </a:solidFill>
                <a:latin typeface="+mj-lt"/>
                <a:ea typeface="Open Sans" pitchFamily="34" charset="-122"/>
                <a:cs typeface="Open Sans" pitchFamily="34" charset="-120"/>
              </a:rPr>
              <a:t>Array+Identifiable.swift</a:t>
            </a:r>
            <a:r>
              <a:rPr lang="en-US" sz="1300" kern="0" spc="-27" dirty="0">
                <a:solidFill>
                  <a:srgbClr val="2B2E3C"/>
                </a:solidFill>
                <a:latin typeface="+mj-lt"/>
                <a:ea typeface="Open Sans" pitchFamily="34" charset="-122"/>
                <a:cs typeface="Open Sans" pitchFamily="34" charset="-120"/>
              </a:rPr>
              <a:t> Finds elements by ID in arrays</a:t>
            </a:r>
            <a:endParaRPr lang="en-US" sz="1300" dirty="0">
              <a:latin typeface="+mj-lt"/>
            </a:endParaRPr>
          </a:p>
        </p:txBody>
      </p:sp>
      <p:sp>
        <p:nvSpPr>
          <p:cNvPr id="11" name="Text 5"/>
          <p:cNvSpPr/>
          <p:nvPr/>
        </p:nvSpPr>
        <p:spPr>
          <a:xfrm>
            <a:off x="501779" y="6823956"/>
            <a:ext cx="13431203" cy="274082"/>
          </a:xfrm>
          <a:prstGeom prst="rect">
            <a:avLst/>
          </a:prstGeom>
          <a:noFill/>
          <a:ln/>
        </p:spPr>
        <p:txBody>
          <a:bodyPr wrap="none" lIns="0" tIns="0" rIns="0" bIns="0" rtlCol="0" anchor="t"/>
          <a:lstStyle/>
          <a:p>
            <a:pPr marL="342900" indent="-342900" algn="l">
              <a:lnSpc>
                <a:spcPts val="2150"/>
              </a:lnSpc>
              <a:buSzPct val="100000"/>
              <a:buChar char="•"/>
            </a:pPr>
            <a:r>
              <a:rPr lang="en-US" sz="1300" dirty="0" err="1"/>
              <a:t>DefaultThemes.swiftPredefines</a:t>
            </a:r>
            <a:r>
              <a:rPr lang="en-US" sz="1300" dirty="0"/>
              <a:t> six themes with unique names, colors, and emoji sets.</a:t>
            </a:r>
          </a:p>
        </p:txBody>
      </p:sp>
      <p:sp>
        <p:nvSpPr>
          <p:cNvPr id="13" name="AutoShape 4">
            <a:extLst>
              <a:ext uri="{FF2B5EF4-FFF2-40B4-BE49-F238E27FC236}">
                <a16:creationId xmlns:a16="http://schemas.microsoft.com/office/drawing/2014/main" id="{9EC4E626-2BEF-8AD3-0A4B-AA3DDB3E425B}"/>
              </a:ext>
            </a:extLst>
          </p:cNvPr>
          <p:cNvSpPr>
            <a:spLocks noChangeAspect="1" noChangeArrowheads="1"/>
          </p:cNvSpPr>
          <p:nvPr/>
        </p:nvSpPr>
        <p:spPr bwMode="auto">
          <a:xfrm>
            <a:off x="2588835" y="3158252"/>
            <a:ext cx="2197654" cy="2197654"/>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4" name="Picture 13">
            <a:extLst>
              <a:ext uri="{FF2B5EF4-FFF2-40B4-BE49-F238E27FC236}">
                <a16:creationId xmlns:a16="http://schemas.microsoft.com/office/drawing/2014/main" id="{44A702F9-5B2C-395F-3D8E-B65534E149E7}"/>
              </a:ext>
            </a:extLst>
          </p:cNvPr>
          <p:cNvPicPr>
            <a:picLocks noChangeAspect="1"/>
          </p:cNvPicPr>
          <p:nvPr/>
        </p:nvPicPr>
        <p:blipFill>
          <a:blip r:embed="rId3"/>
          <a:stretch>
            <a:fillRect/>
          </a:stretch>
        </p:blipFill>
        <p:spPr>
          <a:xfrm>
            <a:off x="1107656" y="1753717"/>
            <a:ext cx="3588580" cy="3222426"/>
          </a:xfrm>
          <a:prstGeom prst="rect">
            <a:avLst/>
          </a:prstGeom>
        </p:spPr>
      </p:pic>
      <p:pic>
        <p:nvPicPr>
          <p:cNvPr id="15" name="Picture 14">
            <a:extLst>
              <a:ext uri="{FF2B5EF4-FFF2-40B4-BE49-F238E27FC236}">
                <a16:creationId xmlns:a16="http://schemas.microsoft.com/office/drawing/2014/main" id="{3520C299-0E4F-ADFD-FB14-9A7C83AD1E02}"/>
              </a:ext>
            </a:extLst>
          </p:cNvPr>
          <p:cNvPicPr>
            <a:picLocks noChangeAspect="1"/>
          </p:cNvPicPr>
          <p:nvPr/>
        </p:nvPicPr>
        <p:blipFill>
          <a:blip r:embed="rId4"/>
          <a:stretch>
            <a:fillRect/>
          </a:stretch>
        </p:blipFill>
        <p:spPr>
          <a:xfrm>
            <a:off x="5257627" y="1753717"/>
            <a:ext cx="3708918" cy="3222426"/>
          </a:xfrm>
          <a:prstGeom prst="rect">
            <a:avLst/>
          </a:prstGeom>
        </p:spPr>
      </p:pic>
      <p:pic>
        <p:nvPicPr>
          <p:cNvPr id="16" name="Picture 15">
            <a:extLst>
              <a:ext uri="{FF2B5EF4-FFF2-40B4-BE49-F238E27FC236}">
                <a16:creationId xmlns:a16="http://schemas.microsoft.com/office/drawing/2014/main" id="{E7B96736-558C-22E2-64D0-51B17AE9050E}"/>
              </a:ext>
            </a:extLst>
          </p:cNvPr>
          <p:cNvPicPr>
            <a:picLocks noChangeAspect="1"/>
          </p:cNvPicPr>
          <p:nvPr/>
        </p:nvPicPr>
        <p:blipFill>
          <a:blip r:embed="rId5"/>
          <a:stretch>
            <a:fillRect/>
          </a:stretch>
        </p:blipFill>
        <p:spPr>
          <a:xfrm>
            <a:off x="9527936" y="1753717"/>
            <a:ext cx="3975011" cy="3222426"/>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00802" y="551259"/>
            <a:ext cx="7232213" cy="625793"/>
          </a:xfrm>
          <a:prstGeom prst="rect">
            <a:avLst/>
          </a:prstGeom>
          <a:noFill/>
          <a:ln/>
        </p:spPr>
        <p:txBody>
          <a:bodyPr wrap="none" lIns="0" tIns="0" rIns="0" bIns="0" rtlCol="0" anchor="t"/>
          <a:lstStyle/>
          <a:p>
            <a:pPr marL="0" indent="0">
              <a:lnSpc>
                <a:spcPts val="4900"/>
              </a:lnSpc>
              <a:buNone/>
            </a:pPr>
            <a:r>
              <a:rPr lang="en-IN" sz="3600" b="1" dirty="0">
                <a:solidFill>
                  <a:srgbClr val="405449"/>
                </a:solidFill>
                <a:latin typeface="Fraunces Extra Bold" panose="020B0604020202020204" charset="0"/>
              </a:rPr>
              <a:t>Technical Highlights</a:t>
            </a:r>
            <a:endParaRPr lang="en-US" sz="3600" b="1" dirty="0">
              <a:solidFill>
                <a:srgbClr val="405449"/>
              </a:solidFill>
              <a:latin typeface="Fraunces Extra Bold" panose="020B0604020202020204" charset="0"/>
            </a:endParaRPr>
          </a:p>
        </p:txBody>
      </p:sp>
      <p:sp>
        <p:nvSpPr>
          <p:cNvPr id="3" name="Shape 1"/>
          <p:cNvSpPr/>
          <p:nvPr/>
        </p:nvSpPr>
        <p:spPr>
          <a:xfrm>
            <a:off x="700802" y="1577459"/>
            <a:ext cx="1653540" cy="1153597"/>
          </a:xfrm>
          <a:prstGeom prst="roundRect">
            <a:avLst>
              <a:gd name="adj" fmla="val 7291"/>
            </a:avLst>
          </a:prstGeom>
          <a:solidFill>
            <a:srgbClr val="FCE2CF"/>
          </a:solidFill>
          <a:ln w="7620">
            <a:solidFill>
              <a:srgbClr val="E2C8B5"/>
            </a:solidFill>
            <a:prstDash val="solid"/>
          </a:ln>
        </p:spPr>
        <p:txBody>
          <a:bodyPr/>
          <a:lstStyle/>
          <a:p>
            <a:endParaRPr lang="en-IN"/>
          </a:p>
        </p:txBody>
      </p:sp>
      <p:sp>
        <p:nvSpPr>
          <p:cNvPr id="4" name="Text 2"/>
          <p:cNvSpPr/>
          <p:nvPr/>
        </p:nvSpPr>
        <p:spPr>
          <a:xfrm>
            <a:off x="908566" y="1954054"/>
            <a:ext cx="96322" cy="400407"/>
          </a:xfrm>
          <a:prstGeom prst="rect">
            <a:avLst/>
          </a:prstGeom>
          <a:noFill/>
          <a:ln/>
        </p:spPr>
        <p:txBody>
          <a:bodyPr wrap="none" lIns="0" tIns="0" rIns="0" bIns="0" rtlCol="0" anchor="t"/>
          <a:lstStyle/>
          <a:p>
            <a:pPr marL="0" indent="0" algn="ctr">
              <a:lnSpc>
                <a:spcPts val="3150"/>
              </a:lnSpc>
              <a:buNone/>
            </a:pPr>
            <a:r>
              <a:rPr lang="en-US" sz="1950" kern="0" spc="-59" dirty="0">
                <a:solidFill>
                  <a:srgbClr val="2B2E3C"/>
                </a:solidFill>
                <a:latin typeface="Bitter Medium" pitchFamily="34" charset="0"/>
                <a:ea typeface="Bitter Medium" pitchFamily="34" charset="-122"/>
                <a:cs typeface="Bitter Medium" pitchFamily="34" charset="-120"/>
              </a:rPr>
              <a:t>1</a:t>
            </a:r>
            <a:endParaRPr lang="en-US" sz="1950" dirty="0"/>
          </a:p>
        </p:txBody>
      </p:sp>
      <p:sp>
        <p:nvSpPr>
          <p:cNvPr id="5" name="Text 3"/>
          <p:cNvSpPr/>
          <p:nvPr/>
        </p:nvSpPr>
        <p:spPr>
          <a:xfrm>
            <a:off x="2554486" y="1777603"/>
            <a:ext cx="2503051" cy="312777"/>
          </a:xfrm>
          <a:prstGeom prst="rect">
            <a:avLst/>
          </a:prstGeom>
          <a:noFill/>
          <a:ln/>
        </p:spPr>
        <p:txBody>
          <a:bodyPr wrap="none" lIns="0" tIns="0" rIns="0" bIns="0" rtlCol="0" anchor="t"/>
          <a:lstStyle/>
          <a:p>
            <a:pPr marL="0" indent="0" algn="l">
              <a:lnSpc>
                <a:spcPts val="2450"/>
              </a:lnSpc>
              <a:buNone/>
            </a:pPr>
            <a:r>
              <a:rPr lang="en-US" sz="1950" kern="0" spc="-59" dirty="0">
                <a:solidFill>
                  <a:srgbClr val="2B2E3C"/>
                </a:solidFill>
                <a:latin typeface="Bitter Medium" pitchFamily="34" charset="0"/>
                <a:ea typeface="Bitter Medium" pitchFamily="34" charset="-122"/>
                <a:cs typeface="Bitter Medium" pitchFamily="34" charset="-120"/>
              </a:rPr>
              <a:t>Modular Design</a:t>
            </a:r>
            <a:endParaRPr lang="en-US" sz="1950" dirty="0"/>
          </a:p>
        </p:txBody>
      </p:sp>
      <p:sp>
        <p:nvSpPr>
          <p:cNvPr id="6" name="Text 4"/>
          <p:cNvSpPr/>
          <p:nvPr/>
        </p:nvSpPr>
        <p:spPr>
          <a:xfrm>
            <a:off x="2554486" y="2210514"/>
            <a:ext cx="3588306" cy="320397"/>
          </a:xfrm>
          <a:prstGeom prst="rect">
            <a:avLst/>
          </a:prstGeom>
          <a:noFill/>
          <a:ln/>
        </p:spPr>
        <p:txBody>
          <a:bodyPr wrap="none" lIns="0" tIns="0" rIns="0" bIns="0" rtlCol="0" anchor="t"/>
          <a:lstStyle/>
          <a:p>
            <a:pPr marL="0" indent="0" algn="l">
              <a:lnSpc>
                <a:spcPts val="2500"/>
              </a:lnSpc>
              <a:buNone/>
            </a:pPr>
            <a:r>
              <a:rPr lang="en-US" sz="1750" dirty="0">
                <a:solidFill>
                  <a:srgbClr val="405449"/>
                </a:solidFill>
                <a:latin typeface="Nobile" panose="020B0604020202020204" charset="0"/>
              </a:rPr>
              <a:t>Modular structure ensures scalability and maintainability</a:t>
            </a:r>
          </a:p>
        </p:txBody>
      </p:sp>
      <p:sp>
        <p:nvSpPr>
          <p:cNvPr id="7" name="Shape 5"/>
          <p:cNvSpPr/>
          <p:nvPr/>
        </p:nvSpPr>
        <p:spPr>
          <a:xfrm>
            <a:off x="2454354" y="2721531"/>
            <a:ext cx="11375231" cy="11430"/>
          </a:xfrm>
          <a:prstGeom prst="roundRect">
            <a:avLst>
              <a:gd name="adj" fmla="val 735814"/>
            </a:avLst>
          </a:prstGeom>
          <a:solidFill>
            <a:srgbClr val="E2C8B5"/>
          </a:solidFill>
          <a:ln/>
        </p:spPr>
        <p:txBody>
          <a:bodyPr/>
          <a:lstStyle/>
          <a:p>
            <a:endParaRPr lang="en-IN"/>
          </a:p>
        </p:txBody>
      </p:sp>
      <p:sp>
        <p:nvSpPr>
          <p:cNvPr id="8" name="Shape 6"/>
          <p:cNvSpPr/>
          <p:nvPr/>
        </p:nvSpPr>
        <p:spPr>
          <a:xfrm>
            <a:off x="700802" y="2831068"/>
            <a:ext cx="3307199" cy="1153597"/>
          </a:xfrm>
          <a:prstGeom prst="roundRect">
            <a:avLst>
              <a:gd name="adj" fmla="val 7291"/>
            </a:avLst>
          </a:prstGeom>
          <a:solidFill>
            <a:srgbClr val="FCE2CF"/>
          </a:solidFill>
          <a:ln w="7620">
            <a:solidFill>
              <a:srgbClr val="E2C8B5"/>
            </a:solidFill>
            <a:prstDash val="solid"/>
          </a:ln>
        </p:spPr>
        <p:txBody>
          <a:bodyPr/>
          <a:lstStyle/>
          <a:p>
            <a:endParaRPr lang="en-IN"/>
          </a:p>
        </p:txBody>
      </p:sp>
      <p:sp>
        <p:nvSpPr>
          <p:cNvPr id="9" name="Text 7"/>
          <p:cNvSpPr/>
          <p:nvPr/>
        </p:nvSpPr>
        <p:spPr>
          <a:xfrm>
            <a:off x="908566" y="3207663"/>
            <a:ext cx="130135" cy="400407"/>
          </a:xfrm>
          <a:prstGeom prst="rect">
            <a:avLst/>
          </a:prstGeom>
          <a:noFill/>
          <a:ln/>
        </p:spPr>
        <p:txBody>
          <a:bodyPr wrap="none" lIns="0" tIns="0" rIns="0" bIns="0" rtlCol="0" anchor="t"/>
          <a:lstStyle/>
          <a:p>
            <a:pPr marL="0" indent="0" algn="ctr">
              <a:lnSpc>
                <a:spcPts val="3150"/>
              </a:lnSpc>
              <a:buNone/>
            </a:pPr>
            <a:r>
              <a:rPr lang="en-US" sz="1950" kern="0" spc="-59" dirty="0">
                <a:solidFill>
                  <a:srgbClr val="2B2E3C"/>
                </a:solidFill>
                <a:latin typeface="Bitter Medium" pitchFamily="34" charset="0"/>
                <a:ea typeface="Bitter Medium" pitchFamily="34" charset="-122"/>
                <a:cs typeface="Bitter Medium" pitchFamily="34" charset="-120"/>
              </a:rPr>
              <a:t>2</a:t>
            </a:r>
            <a:endParaRPr lang="en-US" sz="1950" dirty="0"/>
          </a:p>
        </p:txBody>
      </p:sp>
      <p:sp>
        <p:nvSpPr>
          <p:cNvPr id="10" name="Text 8"/>
          <p:cNvSpPr/>
          <p:nvPr/>
        </p:nvSpPr>
        <p:spPr>
          <a:xfrm>
            <a:off x="4208145" y="3031212"/>
            <a:ext cx="2564963" cy="312777"/>
          </a:xfrm>
          <a:prstGeom prst="rect">
            <a:avLst/>
          </a:prstGeom>
          <a:noFill/>
          <a:ln/>
        </p:spPr>
        <p:txBody>
          <a:bodyPr wrap="none" lIns="0" tIns="0" rIns="0" bIns="0" rtlCol="0" anchor="t"/>
          <a:lstStyle/>
          <a:p>
            <a:pPr marL="0" indent="0" algn="l">
              <a:lnSpc>
                <a:spcPts val="2450"/>
              </a:lnSpc>
              <a:buNone/>
            </a:pPr>
            <a:r>
              <a:rPr lang="en-US" sz="1950" kern="0" spc="-59" dirty="0">
                <a:solidFill>
                  <a:srgbClr val="2B2E3C"/>
                </a:solidFill>
                <a:latin typeface="Bitter Medium" pitchFamily="34" charset="0"/>
                <a:ea typeface="Bitter Medium" pitchFamily="34" charset="-122"/>
                <a:cs typeface="Bitter Medium" pitchFamily="34" charset="-120"/>
              </a:rPr>
              <a:t>Framework Integration</a:t>
            </a:r>
            <a:endParaRPr lang="en-US" sz="1950" dirty="0"/>
          </a:p>
        </p:txBody>
      </p:sp>
      <p:sp>
        <p:nvSpPr>
          <p:cNvPr id="11" name="Text 9"/>
          <p:cNvSpPr/>
          <p:nvPr/>
        </p:nvSpPr>
        <p:spPr>
          <a:xfrm>
            <a:off x="4208145" y="3464123"/>
            <a:ext cx="5624393" cy="320397"/>
          </a:xfrm>
          <a:prstGeom prst="rect">
            <a:avLst/>
          </a:prstGeom>
          <a:noFill/>
          <a:ln/>
        </p:spPr>
        <p:txBody>
          <a:bodyPr wrap="none" lIns="0" tIns="0" rIns="0" bIns="0" rtlCol="0" anchor="t"/>
          <a:lstStyle/>
          <a:p>
            <a:r>
              <a:rPr lang="en-US" sz="1750" dirty="0">
                <a:solidFill>
                  <a:srgbClr val="405449"/>
                </a:solidFill>
                <a:latin typeface="Nobile" panose="020B0604020202020204" charset="0"/>
              </a:rPr>
              <a:t>Integrates frameworks like SwiftUI, SpriteKit, Combine, and CoreMotion.</a:t>
            </a:r>
          </a:p>
        </p:txBody>
      </p:sp>
      <p:sp>
        <p:nvSpPr>
          <p:cNvPr id="12" name="Shape 10"/>
          <p:cNvSpPr/>
          <p:nvPr/>
        </p:nvSpPr>
        <p:spPr>
          <a:xfrm>
            <a:off x="4108013" y="3975140"/>
            <a:ext cx="9721572" cy="11430"/>
          </a:xfrm>
          <a:prstGeom prst="roundRect">
            <a:avLst>
              <a:gd name="adj" fmla="val 735814"/>
            </a:avLst>
          </a:prstGeom>
          <a:solidFill>
            <a:srgbClr val="E2C8B5"/>
          </a:solidFill>
          <a:ln/>
        </p:spPr>
        <p:txBody>
          <a:bodyPr/>
          <a:lstStyle/>
          <a:p>
            <a:endParaRPr lang="en-IN"/>
          </a:p>
        </p:txBody>
      </p:sp>
      <p:sp>
        <p:nvSpPr>
          <p:cNvPr id="13" name="Shape 11"/>
          <p:cNvSpPr/>
          <p:nvPr/>
        </p:nvSpPr>
        <p:spPr>
          <a:xfrm>
            <a:off x="700802" y="4084677"/>
            <a:ext cx="4960739" cy="1153597"/>
          </a:xfrm>
          <a:prstGeom prst="roundRect">
            <a:avLst>
              <a:gd name="adj" fmla="val 7291"/>
            </a:avLst>
          </a:prstGeom>
          <a:solidFill>
            <a:srgbClr val="FCE2CF"/>
          </a:solidFill>
          <a:ln w="7620">
            <a:solidFill>
              <a:srgbClr val="E2C8B5"/>
            </a:solidFill>
            <a:prstDash val="solid"/>
          </a:ln>
        </p:spPr>
        <p:txBody>
          <a:bodyPr/>
          <a:lstStyle/>
          <a:p>
            <a:endParaRPr lang="en-IN"/>
          </a:p>
        </p:txBody>
      </p:sp>
      <p:sp>
        <p:nvSpPr>
          <p:cNvPr id="14" name="Text 12"/>
          <p:cNvSpPr/>
          <p:nvPr/>
        </p:nvSpPr>
        <p:spPr>
          <a:xfrm>
            <a:off x="908566" y="4461272"/>
            <a:ext cx="135612" cy="400407"/>
          </a:xfrm>
          <a:prstGeom prst="rect">
            <a:avLst/>
          </a:prstGeom>
          <a:noFill/>
          <a:ln/>
        </p:spPr>
        <p:txBody>
          <a:bodyPr wrap="none" lIns="0" tIns="0" rIns="0" bIns="0" rtlCol="0" anchor="t"/>
          <a:lstStyle/>
          <a:p>
            <a:pPr marL="0" indent="0" algn="ctr">
              <a:lnSpc>
                <a:spcPts val="3150"/>
              </a:lnSpc>
              <a:buNone/>
            </a:pPr>
            <a:r>
              <a:rPr lang="en-US" sz="1950" kern="0" spc="-59" dirty="0">
                <a:solidFill>
                  <a:srgbClr val="2B2E3C"/>
                </a:solidFill>
                <a:latin typeface="Bitter Medium" pitchFamily="34" charset="0"/>
                <a:ea typeface="Bitter Medium" pitchFamily="34" charset="-122"/>
                <a:cs typeface="Bitter Medium" pitchFamily="34" charset="-120"/>
              </a:rPr>
              <a:t>3</a:t>
            </a:r>
            <a:endParaRPr lang="en-US" sz="1950" dirty="0"/>
          </a:p>
        </p:txBody>
      </p:sp>
      <p:sp>
        <p:nvSpPr>
          <p:cNvPr id="15" name="Text 13"/>
          <p:cNvSpPr/>
          <p:nvPr/>
        </p:nvSpPr>
        <p:spPr>
          <a:xfrm>
            <a:off x="5861685" y="4284821"/>
            <a:ext cx="2503051" cy="312777"/>
          </a:xfrm>
          <a:prstGeom prst="rect">
            <a:avLst/>
          </a:prstGeom>
          <a:noFill/>
          <a:ln/>
        </p:spPr>
        <p:txBody>
          <a:bodyPr wrap="none" lIns="0" tIns="0" rIns="0" bIns="0" rtlCol="0" anchor="t"/>
          <a:lstStyle/>
          <a:p>
            <a:pPr marL="0" indent="0" algn="l">
              <a:lnSpc>
                <a:spcPts val="2450"/>
              </a:lnSpc>
              <a:buNone/>
            </a:pPr>
            <a:r>
              <a:rPr lang="en-US" sz="1950" kern="0" spc="-59" dirty="0">
                <a:solidFill>
                  <a:srgbClr val="2B2E3C"/>
                </a:solidFill>
                <a:latin typeface="Bitter Medium" pitchFamily="34" charset="0"/>
                <a:ea typeface="Bitter Medium" pitchFamily="34" charset="-122"/>
                <a:cs typeface="Bitter Medium" pitchFamily="34" charset="-120"/>
              </a:rPr>
              <a:t>Interactive Features</a:t>
            </a:r>
            <a:endParaRPr lang="en-US" sz="1950" dirty="0"/>
          </a:p>
        </p:txBody>
      </p:sp>
      <p:sp>
        <p:nvSpPr>
          <p:cNvPr id="16" name="Text 14"/>
          <p:cNvSpPr/>
          <p:nvPr/>
        </p:nvSpPr>
        <p:spPr>
          <a:xfrm>
            <a:off x="5861685" y="4717733"/>
            <a:ext cx="4521041" cy="320397"/>
          </a:xfrm>
          <a:prstGeom prst="rect">
            <a:avLst/>
          </a:prstGeom>
          <a:noFill/>
          <a:ln/>
        </p:spPr>
        <p:txBody>
          <a:bodyPr wrap="none" lIns="0" tIns="0" rIns="0" bIns="0" rtlCol="0" anchor="t"/>
          <a:lstStyle/>
          <a:p>
            <a:pPr marL="0" indent="0" algn="l">
              <a:lnSpc>
                <a:spcPts val="2500"/>
              </a:lnSpc>
              <a:buNone/>
            </a:pPr>
            <a:r>
              <a:rPr lang="en-US" sz="1750" dirty="0">
                <a:solidFill>
                  <a:srgbClr val="405449"/>
                </a:solidFill>
                <a:latin typeface="Nobile" panose="020B0604020202020204" charset="0"/>
              </a:rPr>
              <a:t>Responsive gameplay with motion controls and real-time animations</a:t>
            </a:r>
          </a:p>
        </p:txBody>
      </p:sp>
      <p:sp>
        <p:nvSpPr>
          <p:cNvPr id="17" name="Shape 15"/>
          <p:cNvSpPr/>
          <p:nvPr/>
        </p:nvSpPr>
        <p:spPr>
          <a:xfrm>
            <a:off x="5761553" y="5228749"/>
            <a:ext cx="8068032" cy="11430"/>
          </a:xfrm>
          <a:prstGeom prst="roundRect">
            <a:avLst>
              <a:gd name="adj" fmla="val 735814"/>
            </a:avLst>
          </a:prstGeom>
          <a:solidFill>
            <a:srgbClr val="E2C8B5"/>
          </a:solidFill>
          <a:ln/>
        </p:spPr>
        <p:txBody>
          <a:bodyPr/>
          <a:lstStyle/>
          <a:p>
            <a:endParaRPr lang="en-IN"/>
          </a:p>
        </p:txBody>
      </p:sp>
      <p:sp>
        <p:nvSpPr>
          <p:cNvPr id="18" name="Shape 16"/>
          <p:cNvSpPr/>
          <p:nvPr/>
        </p:nvSpPr>
        <p:spPr>
          <a:xfrm>
            <a:off x="700802" y="5338286"/>
            <a:ext cx="6614398" cy="1153597"/>
          </a:xfrm>
          <a:prstGeom prst="roundRect">
            <a:avLst>
              <a:gd name="adj" fmla="val 7291"/>
            </a:avLst>
          </a:prstGeom>
          <a:solidFill>
            <a:srgbClr val="FCE2CF"/>
          </a:solidFill>
          <a:ln w="7620">
            <a:solidFill>
              <a:srgbClr val="E2C8B5"/>
            </a:solidFill>
            <a:prstDash val="solid"/>
          </a:ln>
        </p:spPr>
        <p:txBody>
          <a:bodyPr/>
          <a:lstStyle/>
          <a:p>
            <a:endParaRPr lang="en-IN"/>
          </a:p>
        </p:txBody>
      </p:sp>
      <p:sp>
        <p:nvSpPr>
          <p:cNvPr id="19" name="Text 17"/>
          <p:cNvSpPr/>
          <p:nvPr/>
        </p:nvSpPr>
        <p:spPr>
          <a:xfrm>
            <a:off x="908566" y="5714881"/>
            <a:ext cx="140613" cy="400407"/>
          </a:xfrm>
          <a:prstGeom prst="rect">
            <a:avLst/>
          </a:prstGeom>
          <a:noFill/>
          <a:ln/>
        </p:spPr>
        <p:txBody>
          <a:bodyPr wrap="none" lIns="0" tIns="0" rIns="0" bIns="0" rtlCol="0" anchor="t"/>
          <a:lstStyle/>
          <a:p>
            <a:pPr marL="0" indent="0" algn="ctr">
              <a:lnSpc>
                <a:spcPts val="3150"/>
              </a:lnSpc>
              <a:buNone/>
            </a:pPr>
            <a:r>
              <a:rPr lang="en-US" sz="1950" kern="0" spc="-59" dirty="0">
                <a:solidFill>
                  <a:srgbClr val="2B2E3C"/>
                </a:solidFill>
                <a:latin typeface="Bitter Medium" pitchFamily="34" charset="0"/>
                <a:ea typeface="Bitter Medium" pitchFamily="34" charset="-122"/>
                <a:cs typeface="Bitter Medium" pitchFamily="34" charset="-120"/>
              </a:rPr>
              <a:t>4</a:t>
            </a:r>
            <a:endParaRPr lang="en-US" sz="1950" dirty="0"/>
          </a:p>
        </p:txBody>
      </p:sp>
      <p:sp>
        <p:nvSpPr>
          <p:cNvPr id="20" name="Text 18"/>
          <p:cNvSpPr/>
          <p:nvPr/>
        </p:nvSpPr>
        <p:spPr>
          <a:xfrm>
            <a:off x="7515344" y="5538430"/>
            <a:ext cx="2503051" cy="312777"/>
          </a:xfrm>
          <a:prstGeom prst="rect">
            <a:avLst/>
          </a:prstGeom>
          <a:noFill/>
          <a:ln/>
        </p:spPr>
        <p:txBody>
          <a:bodyPr wrap="none" lIns="0" tIns="0" rIns="0" bIns="0" rtlCol="0" anchor="t"/>
          <a:lstStyle/>
          <a:p>
            <a:pPr marL="0" indent="0" algn="l">
              <a:lnSpc>
                <a:spcPts val="2450"/>
              </a:lnSpc>
              <a:buNone/>
            </a:pPr>
            <a:r>
              <a:rPr lang="en-US" sz="1950" kern="0" spc="-59" dirty="0">
                <a:solidFill>
                  <a:srgbClr val="2B2E3C"/>
                </a:solidFill>
                <a:latin typeface="Bitter Medium" pitchFamily="34" charset="0"/>
                <a:ea typeface="Bitter Medium" pitchFamily="34" charset="-122"/>
                <a:cs typeface="Bitter Medium" pitchFamily="34" charset="-120"/>
              </a:rPr>
              <a:t>Performance Tracking</a:t>
            </a:r>
            <a:endParaRPr lang="en-US" sz="1950" dirty="0"/>
          </a:p>
        </p:txBody>
      </p:sp>
      <p:sp>
        <p:nvSpPr>
          <p:cNvPr id="21" name="Text 19"/>
          <p:cNvSpPr/>
          <p:nvPr/>
        </p:nvSpPr>
        <p:spPr>
          <a:xfrm>
            <a:off x="7515344" y="5971342"/>
            <a:ext cx="3586639" cy="320397"/>
          </a:xfrm>
          <a:prstGeom prst="rect">
            <a:avLst/>
          </a:prstGeom>
          <a:noFill/>
          <a:ln/>
        </p:spPr>
        <p:txBody>
          <a:bodyPr wrap="none" lIns="0" tIns="0" rIns="0" bIns="0" rtlCol="0" anchor="t"/>
          <a:lstStyle/>
          <a:p>
            <a:pPr marL="0" indent="0" algn="l">
              <a:lnSpc>
                <a:spcPts val="2500"/>
              </a:lnSpc>
              <a:buNone/>
            </a:pPr>
            <a:r>
              <a:rPr lang="en-US" sz="1750" dirty="0">
                <a:solidFill>
                  <a:srgbClr val="405449"/>
                </a:solidFill>
                <a:latin typeface="Nobile" panose="020B0604020202020204" charset="0"/>
              </a:rPr>
              <a:t>Performance tracking with detailed data visualization</a:t>
            </a:r>
          </a:p>
        </p:txBody>
      </p:sp>
      <p:sp>
        <p:nvSpPr>
          <p:cNvPr id="22" name="Text 20"/>
          <p:cNvSpPr/>
          <p:nvPr/>
        </p:nvSpPr>
        <p:spPr>
          <a:xfrm>
            <a:off x="700802" y="6717149"/>
            <a:ext cx="13228796" cy="961192"/>
          </a:xfrm>
          <a:prstGeom prst="rect">
            <a:avLst/>
          </a:prstGeom>
          <a:noFill/>
          <a:ln/>
        </p:spPr>
        <p:txBody>
          <a:bodyPr wrap="square" lIns="0" tIns="0" rIns="0" bIns="0" rtlCol="0" anchor="t"/>
          <a:lstStyle/>
          <a:p>
            <a:pPr marL="0" indent="0">
              <a:lnSpc>
                <a:spcPts val="2500"/>
              </a:lnSpc>
              <a:buNone/>
            </a:pPr>
            <a:r>
              <a:rPr lang="en-US" sz="1550" kern="0" spc="-32" dirty="0">
                <a:solidFill>
                  <a:srgbClr val="2B2E3C"/>
                </a:solidFill>
                <a:latin typeface="Open Sans" pitchFamily="34" charset="0"/>
                <a:ea typeface="Open Sans" pitchFamily="34" charset="-122"/>
                <a:cs typeface="Open Sans" pitchFamily="34" charset="-120"/>
              </a:rPr>
              <a:t>This SwiftUI Memory Card Matching Game project demonstrates a well-structured, feature-rich application that leverages multiple iOS frameworks to create an engaging user experience. The modular design allows for easy maintenance and future expansions, while the interactive features and performance tracking add depth to the gameplay.</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EF55BBD-0DE3-0DA6-C671-098FCB303A29}"/>
            </a:ext>
          </a:extLst>
        </p:cNvPr>
        <p:cNvGrpSpPr/>
        <p:nvPr/>
      </p:nvGrpSpPr>
      <p:grpSpPr>
        <a:xfrm>
          <a:off x="0" y="0"/>
          <a:ext cx="0" cy="0"/>
          <a:chOff x="0" y="0"/>
          <a:chExt cx="0" cy="0"/>
        </a:xfrm>
      </p:grpSpPr>
      <p:sp>
        <p:nvSpPr>
          <p:cNvPr id="54" name="Rectangle 53">
            <a:extLst>
              <a:ext uri="{FF2B5EF4-FFF2-40B4-BE49-F238E27FC236}">
                <a16:creationId xmlns:a16="http://schemas.microsoft.com/office/drawing/2014/main" id="{DD963D1E-9CEE-4CE6-A0FF-CEFE96CC1C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1635" y="285292"/>
            <a:ext cx="14067129" cy="7659015"/>
          </a:xfrm>
          <a:prstGeom prst="rect">
            <a:avLst/>
          </a:prstGeom>
          <a:solidFill>
            <a:schemeClr val="bg2"/>
          </a:solidFill>
          <a:ln w="6350" cap="flat" cmpd="sng" algn="ctr">
            <a:noFill/>
            <a:prstDash val="solid"/>
          </a:ln>
          <a:effectLst>
            <a:softEdge rad="0"/>
          </a:effectLst>
        </p:spPr>
        <p:txBody>
          <a:bodyPr/>
          <a:lstStyle/>
          <a:p>
            <a:endParaRPr lang="en-IN"/>
          </a:p>
        </p:txBody>
      </p:sp>
      <p:sp>
        <p:nvSpPr>
          <p:cNvPr id="2" name="Text 0">
            <a:extLst>
              <a:ext uri="{FF2B5EF4-FFF2-40B4-BE49-F238E27FC236}">
                <a16:creationId xmlns:a16="http://schemas.microsoft.com/office/drawing/2014/main" id="{77DF181E-4C9B-31B4-AECC-B27C17AA81CE}"/>
              </a:ext>
            </a:extLst>
          </p:cNvPr>
          <p:cNvSpPr/>
          <p:nvPr/>
        </p:nvSpPr>
        <p:spPr>
          <a:xfrm>
            <a:off x="7041448" y="1070544"/>
            <a:ext cx="6536700" cy="1975104"/>
          </a:xfrm>
          <a:prstGeom prst="rect">
            <a:avLst/>
          </a:prstGeom>
        </p:spPr>
        <p:txBody>
          <a:bodyPr vert="horz" lIns="91440" tIns="45720" rIns="91440" bIns="45720" rtlCol="0" anchor="ctr">
            <a:normAutofit/>
          </a:bodyPr>
          <a:lstStyle/>
          <a:p>
            <a:pPr marL="0" indent="0" defTabSz="914400">
              <a:lnSpc>
                <a:spcPct val="90000"/>
              </a:lnSpc>
              <a:spcBef>
                <a:spcPct val="0"/>
              </a:spcBef>
              <a:spcAft>
                <a:spcPts val="600"/>
              </a:spcAft>
            </a:pPr>
            <a:r>
              <a:rPr lang="en-US" sz="4800">
                <a:solidFill>
                  <a:schemeClr val="tx1">
                    <a:lumMod val="85000"/>
                    <a:lumOff val="15000"/>
                  </a:schemeClr>
                </a:solidFill>
                <a:latin typeface="+mj-lt"/>
              </a:rPr>
              <a:t>Conclusion and Vision</a:t>
            </a:r>
          </a:p>
        </p:txBody>
      </p:sp>
      <p:sp>
        <p:nvSpPr>
          <p:cNvPr id="56" name="Rectangle 55">
            <a:extLst>
              <a:ext uri="{FF2B5EF4-FFF2-40B4-BE49-F238E27FC236}">
                <a16:creationId xmlns:a16="http://schemas.microsoft.com/office/drawing/2014/main" id="{017F7BD1-41C8-4728-8A67-B9BA0214A1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39" y="0"/>
            <a:ext cx="6313708" cy="8229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57">
            <a:extLst>
              <a:ext uri="{FF2B5EF4-FFF2-40B4-BE49-F238E27FC236}">
                <a16:creationId xmlns:a16="http://schemas.microsoft.com/office/drawing/2014/main" id="{D0E1194C-6532-48CC-94C3-3A5B2A3696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2005" y="772156"/>
            <a:ext cx="4763350" cy="6685287"/>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txBody>
          <a:bodyPr/>
          <a:lstStyle/>
          <a:p>
            <a:endParaRPr lang="en-IN"/>
          </a:p>
        </p:txBody>
      </p:sp>
      <p:sp>
        <p:nvSpPr>
          <p:cNvPr id="60" name="Rectangle 59">
            <a:extLst>
              <a:ext uri="{FF2B5EF4-FFF2-40B4-BE49-F238E27FC236}">
                <a16:creationId xmlns:a16="http://schemas.microsoft.com/office/drawing/2014/main" id="{37C2ADB7-F8D0-459A-9B52-42CE6733E1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3859" y="966534"/>
            <a:ext cx="4339643" cy="6293397"/>
          </a:xfrm>
          <a:prstGeom prst="rect">
            <a:avLst/>
          </a:prstGeom>
          <a:noFill/>
          <a:ln w="6350" cap="sq" cmpd="sng" algn="ctr">
            <a:solidFill>
              <a:schemeClr val="tx1">
                <a:lumMod val="75000"/>
                <a:lumOff val="25000"/>
              </a:schemeClr>
            </a:solidFill>
            <a:prstDash val="solid"/>
            <a:miter lim="800000"/>
          </a:ln>
          <a:effectLst/>
        </p:spPr>
        <p:txBody>
          <a:bodyPr/>
          <a:lstStyle/>
          <a:p>
            <a:endParaRPr lang="en-IN"/>
          </a:p>
        </p:txBody>
      </p:sp>
      <p:pic>
        <p:nvPicPr>
          <p:cNvPr id="5" name="Picture 4" descr="A group of wooden tiles with letters on them&#10;&#10;Description automatically generated">
            <a:extLst>
              <a:ext uri="{FF2B5EF4-FFF2-40B4-BE49-F238E27FC236}">
                <a16:creationId xmlns:a16="http://schemas.microsoft.com/office/drawing/2014/main" id="{7417D921-F1C0-E91D-63CF-7F4E9E977CC3}"/>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1349607" y="1609700"/>
            <a:ext cx="3600232" cy="2407012"/>
          </a:xfrm>
          <a:prstGeom prst="rect">
            <a:avLst/>
          </a:prstGeom>
        </p:spPr>
      </p:pic>
      <p:pic>
        <p:nvPicPr>
          <p:cNvPr id="3" name="Picture 2" descr="A white background with green lines&#10;&#10;Description automatically generated with medium confidence">
            <a:extLst>
              <a:ext uri="{FF2B5EF4-FFF2-40B4-BE49-F238E27FC236}">
                <a16:creationId xmlns:a16="http://schemas.microsoft.com/office/drawing/2014/main" id="{2D84AE1F-1D31-0B0C-B6A2-4C3AF7E3B8A8}"/>
              </a:ext>
            </a:extLst>
          </p:cNvPr>
          <p:cNvPicPr>
            <a:picLocks noChangeAspect="1"/>
          </p:cNvPicPr>
          <p:nvPr/>
        </p:nvPicPr>
        <p:blipFill>
          <a:blip r:embed="rId5"/>
          <a:stretch>
            <a:fillRect/>
          </a:stretch>
        </p:blipFill>
        <p:spPr>
          <a:xfrm>
            <a:off x="1349607" y="4209752"/>
            <a:ext cx="3600232" cy="738047"/>
          </a:xfrm>
          <a:prstGeom prst="rect">
            <a:avLst/>
          </a:prstGeom>
        </p:spPr>
      </p:pic>
      <p:sp>
        <p:nvSpPr>
          <p:cNvPr id="25" name="TextBox 24">
            <a:extLst>
              <a:ext uri="{FF2B5EF4-FFF2-40B4-BE49-F238E27FC236}">
                <a16:creationId xmlns:a16="http://schemas.microsoft.com/office/drawing/2014/main" id="{CCBB0F59-07A0-0350-176F-8CFE468FB48B}"/>
              </a:ext>
            </a:extLst>
          </p:cNvPr>
          <p:cNvSpPr txBox="1"/>
          <p:nvPr/>
        </p:nvSpPr>
        <p:spPr>
          <a:xfrm>
            <a:off x="7041447" y="3215030"/>
            <a:ext cx="6536701" cy="3950208"/>
          </a:xfrm>
          <a:prstGeom prst="rect">
            <a:avLst/>
          </a:prstGeom>
        </p:spPr>
        <p:txBody>
          <a:bodyPr vert="horz" lIns="91440" tIns="45720" rIns="91440" bIns="45720" rtlCol="0">
            <a:normAutofit/>
          </a:bodyPr>
          <a:lstStyle/>
          <a:p>
            <a:pPr marL="342900" indent="-342900">
              <a:buFont typeface="Arial" panose="020B0604020202020204" pitchFamily="34" charset="0"/>
              <a:buChar char="•"/>
            </a:pPr>
            <a:r>
              <a:rPr lang="en-IN" sz="2000" dirty="0">
                <a:solidFill>
                  <a:schemeClr val="accent5">
                    <a:lumMod val="50000"/>
                  </a:schemeClr>
                </a:solidFill>
                <a:latin typeface="Fraunces Extra Bold" panose="020B0604020202020204" charset="0"/>
                <a:cs typeface="Fraunces Extra Bold" panose="020B0604020202020204" charset="0"/>
              </a:rPr>
              <a:t>Combines logic, UI, animations, and performance tracking for an engaging experience.</a:t>
            </a:r>
          </a:p>
          <a:p>
            <a:endParaRPr lang="en-IN" sz="2000" dirty="0">
              <a:solidFill>
                <a:schemeClr val="accent5">
                  <a:lumMod val="50000"/>
                </a:schemeClr>
              </a:solidFill>
              <a:latin typeface="Fraunces Extra Bold" panose="020B0604020202020204" charset="0"/>
              <a:cs typeface="Fraunces Extra Bold" panose="020B0604020202020204" charset="0"/>
            </a:endParaRPr>
          </a:p>
          <a:p>
            <a:r>
              <a:rPr lang="en-IN" sz="2000" dirty="0">
                <a:solidFill>
                  <a:schemeClr val="accent5">
                    <a:lumMod val="50000"/>
                  </a:schemeClr>
                </a:solidFill>
                <a:latin typeface="Fraunces Extra Bold" panose="020B0604020202020204" charset="0"/>
                <a:cs typeface="Fraunces Extra Bold" panose="020B0604020202020204" charset="0"/>
              </a:rPr>
              <a:t>• 	Provides a scalable, customizable, and user-friendly 	game.</a:t>
            </a:r>
          </a:p>
          <a:p>
            <a:r>
              <a:rPr lang="en-IN" sz="2000" dirty="0">
                <a:solidFill>
                  <a:schemeClr val="accent5">
                    <a:lumMod val="50000"/>
                  </a:schemeClr>
                </a:solidFill>
                <a:latin typeface="Fraunces Extra Bold" panose="020B0604020202020204" charset="0"/>
                <a:cs typeface="Fraunces Extra Bold" panose="020B0604020202020204" charset="0"/>
              </a:rPr>
              <a:t>• 	Future Enhancements:</a:t>
            </a:r>
          </a:p>
          <a:p>
            <a:pPr lvl="1">
              <a:buFont typeface="Arial" panose="020B0604020202020204" pitchFamily="34" charset="0"/>
              <a:buChar char="•"/>
            </a:pPr>
            <a:r>
              <a:rPr lang="en-IN" sz="2000" dirty="0">
                <a:solidFill>
                  <a:schemeClr val="accent5">
                    <a:lumMod val="50000"/>
                  </a:schemeClr>
                </a:solidFill>
                <a:latin typeface="Fraunces Extra Bold" panose="020B0604020202020204" charset="0"/>
                <a:cs typeface="Fraunces Extra Bold" panose="020B0604020202020204" charset="0"/>
              </a:rPr>
              <a:t>Multiplayer mode.</a:t>
            </a:r>
          </a:p>
          <a:p>
            <a:pPr lvl="1">
              <a:buFont typeface="Arial" panose="020B0604020202020204" pitchFamily="34" charset="0"/>
              <a:buChar char="•"/>
            </a:pPr>
            <a:r>
              <a:rPr lang="en-IN" sz="2000" dirty="0">
                <a:solidFill>
                  <a:schemeClr val="accent5">
                    <a:lumMod val="50000"/>
                  </a:schemeClr>
                </a:solidFill>
                <a:latin typeface="Fraunces Extra Bold" panose="020B0604020202020204" charset="0"/>
                <a:cs typeface="Fraunces Extra Bold" panose="020B0604020202020204" charset="0"/>
              </a:rPr>
              <a:t>Accessibility improvements.</a:t>
            </a:r>
          </a:p>
          <a:p>
            <a:pPr lvl="1">
              <a:buFont typeface="Arial" panose="020B0604020202020204" pitchFamily="34" charset="0"/>
              <a:buChar char="•"/>
            </a:pPr>
            <a:r>
              <a:rPr lang="en-IN" sz="2000" dirty="0">
                <a:solidFill>
                  <a:schemeClr val="accent5">
                    <a:lumMod val="50000"/>
                  </a:schemeClr>
                </a:solidFill>
                <a:latin typeface="Fraunces Extra Bold" panose="020B0604020202020204" charset="0"/>
                <a:cs typeface="Fraunces Extra Bold" panose="020B0604020202020204" charset="0"/>
              </a:rPr>
              <a:t>Integration with Game Center for leaderboards.</a:t>
            </a:r>
          </a:p>
        </p:txBody>
      </p:sp>
    </p:spTree>
    <p:extLst>
      <p:ext uri="{BB962C8B-B14F-4D97-AF65-F5344CB8AC3E}">
        <p14:creationId xmlns:p14="http://schemas.microsoft.com/office/powerpoint/2010/main" val="323717234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
  <a:themeElements>
    <a:clrScheme name="Savon">
      <a:dk1>
        <a:sysClr val="windowText" lastClr="000000"/>
      </a:dk1>
      <a:lt1>
        <a:sysClr val="window" lastClr="FFFFFF"/>
      </a:lt1>
      <a:dk2>
        <a:srgbClr val="1485A4"/>
      </a:dk2>
      <a:lt2>
        <a:srgbClr val="E3DED1"/>
      </a:lt2>
      <a:accent1>
        <a:srgbClr val="1CADE4"/>
      </a:accent1>
      <a:accent2>
        <a:srgbClr val="2683C6"/>
      </a:accent2>
      <a:accent3>
        <a:srgbClr val="27CED7"/>
      </a:accent3>
      <a:accent4>
        <a:srgbClr val="42BA97"/>
      </a:accent4>
      <a:accent5>
        <a:srgbClr val="3E8853"/>
      </a:accent5>
      <a:accent6>
        <a:srgbClr val="62A39F"/>
      </a:accent6>
      <a:hlink>
        <a:srgbClr val="F49100"/>
      </a:hlink>
      <a:folHlink>
        <a:srgbClr val="739D9B"/>
      </a:folHlink>
    </a:clrScheme>
    <a:fontScheme name="Savon">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90000"/>
                <a:shade val="92000"/>
                <a:satMod val="160000"/>
              </a:schemeClr>
            </a:gs>
            <a:gs pos="77000">
              <a:schemeClr val="phClr">
                <a:tint val="100000"/>
                <a:shade val="73000"/>
                <a:satMod val="155000"/>
              </a:schemeClr>
            </a:gs>
            <a:gs pos="100000">
              <a:schemeClr val="phClr">
                <a:tint val="100000"/>
                <a:shade val="67000"/>
                <a:satMod val="145000"/>
              </a:schemeClr>
            </a:gs>
          </a:gsLst>
          <a:lin ang="5400000" scaled="0"/>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 id="{1306E473-ED32-493B-A2D0-240A757EDD34}" vid="{C20BADFE-D095-436F-9677-9264042809F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TM03457510[[fn=Savon]]</Template>
  <TotalTime>235</TotalTime>
  <Words>1005</Words>
  <Application>Microsoft Office PowerPoint</Application>
  <PresentationFormat>Custom</PresentationFormat>
  <Paragraphs>147</Paragraphs>
  <Slides>14</Slides>
  <Notes>11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14</vt:i4>
      </vt:variant>
    </vt:vector>
  </HeadingPairs>
  <TitlesOfParts>
    <vt:vector size="23" baseType="lpstr">
      <vt:lpstr>Open Sans</vt:lpstr>
      <vt:lpstr>Fraunces Extra Bold</vt:lpstr>
      <vt:lpstr>Garamond</vt:lpstr>
      <vt:lpstr>Book Antiqua</vt:lpstr>
      <vt:lpstr>Bitter Medium</vt:lpstr>
      <vt:lpstr>Century Gothic</vt:lpstr>
      <vt:lpstr>Arial</vt:lpstr>
      <vt:lpstr>Nobile</vt:lpstr>
      <vt:lpstr>Savon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Dharaneedhar Reddy Nimma</cp:lastModifiedBy>
  <cp:revision>5</cp:revision>
  <dcterms:created xsi:type="dcterms:W3CDTF">2024-12-15T19:34:04Z</dcterms:created>
  <dcterms:modified xsi:type="dcterms:W3CDTF">2024-12-16T20:53:37Z</dcterms:modified>
</cp:coreProperties>
</file>